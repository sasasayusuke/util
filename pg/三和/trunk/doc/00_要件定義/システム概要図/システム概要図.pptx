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1"/>
    <p:sldMasterId id="2147483793" r:id="rId2"/>
  </p:sldMasterIdLst>
  <p:notesMasterIdLst>
    <p:notesMasterId r:id="rId4"/>
  </p:notesMasterIdLst>
  <p:sldIdLst>
    <p:sldId id="25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E0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" y="5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32A94B-7EC9-44B8-B650-08F7101C4E76}" type="datetimeFigureOut">
              <a:rPr kumimoji="1" lang="ja-JP" altLang="en-US" smtClean="0"/>
              <a:t>2024/5/1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2B79F8-3248-4D3C-9600-16706B9471A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2334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/>
          <p:cNvSpPr/>
          <p:nvPr/>
        </p:nvSpPr>
        <p:spPr>
          <a:xfrm>
            <a:off x="436604" y="413552"/>
            <a:ext cx="11294075" cy="5845989"/>
          </a:xfrm>
          <a:prstGeom prst="rect">
            <a:avLst/>
          </a:prstGeom>
          <a:pattFill prst="lgGrid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775798" y="5076202"/>
            <a:ext cx="3954881" cy="11830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36605" y="6456841"/>
            <a:ext cx="4836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©2023 SMS DataTech Corporation. All rights reserved.</a:t>
            </a:r>
            <a:endParaRPr kumimoji="1" lang="ja-JP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1" name="スライド番号プレースホルダー 5"/>
          <p:cNvSpPr txBox="1">
            <a:spLocks/>
          </p:cNvSpPr>
          <p:nvPr/>
        </p:nvSpPr>
        <p:spPr>
          <a:xfrm>
            <a:off x="11077831" y="6456841"/>
            <a:ext cx="652849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F98734-114E-45B6-80CD-FD793471D87D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4" name="直角三角形 3"/>
          <p:cNvSpPr/>
          <p:nvPr/>
        </p:nvSpPr>
        <p:spPr>
          <a:xfrm rot="5400000">
            <a:off x="5814011" y="1797283"/>
            <a:ext cx="5845989" cy="3077451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/>
        </p:nvSpPr>
        <p:spPr>
          <a:xfrm>
            <a:off x="436603" y="413552"/>
            <a:ext cx="6761677" cy="584598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619031" y="1921205"/>
            <a:ext cx="10458800" cy="173452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66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 dirty="0" smtClean="0"/>
              <a:t>マスター タイトルの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書式設定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726184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セクション見出し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/>
          <p:cNvSpPr/>
          <p:nvPr/>
        </p:nvSpPr>
        <p:spPr>
          <a:xfrm>
            <a:off x="448963" y="407356"/>
            <a:ext cx="11294075" cy="60432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36605" y="6456841"/>
            <a:ext cx="4836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©2023 SMS DataTech Corporation. All rights reserved.</a:t>
            </a:r>
            <a:endParaRPr kumimoji="1" lang="ja-JP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1" name="スライド番号プレースホルダー 5"/>
          <p:cNvSpPr txBox="1">
            <a:spLocks/>
          </p:cNvSpPr>
          <p:nvPr/>
        </p:nvSpPr>
        <p:spPr>
          <a:xfrm>
            <a:off x="11077831" y="6456841"/>
            <a:ext cx="652849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F98734-114E-45B6-80CD-FD793471D87D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cxnSp>
        <p:nvCxnSpPr>
          <p:cNvPr id="6" name="直線コネクタ 5"/>
          <p:cNvCxnSpPr/>
          <p:nvPr/>
        </p:nvCxnSpPr>
        <p:spPr>
          <a:xfrm>
            <a:off x="732135" y="1642595"/>
            <a:ext cx="10345696" cy="0"/>
          </a:xfrm>
          <a:prstGeom prst="line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703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4_セクション見出し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/>
        </p:nvSpPr>
        <p:spPr>
          <a:xfrm>
            <a:off x="448963" y="407356"/>
            <a:ext cx="11294075" cy="60432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36605" y="6456841"/>
            <a:ext cx="4836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©2023 SMS DataTech Corporation. All rights reserved.</a:t>
            </a:r>
            <a:endParaRPr kumimoji="1" lang="ja-JP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1" name="スライド番号プレースホルダー 5"/>
          <p:cNvSpPr txBox="1">
            <a:spLocks/>
          </p:cNvSpPr>
          <p:nvPr/>
        </p:nvSpPr>
        <p:spPr>
          <a:xfrm>
            <a:off x="11077831" y="6456841"/>
            <a:ext cx="652849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F98734-114E-45B6-80CD-FD793471D87D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cxnSp>
        <p:nvCxnSpPr>
          <p:cNvPr id="6" name="直線コネクタ 5"/>
          <p:cNvCxnSpPr/>
          <p:nvPr/>
        </p:nvCxnSpPr>
        <p:spPr>
          <a:xfrm>
            <a:off x="732135" y="1211671"/>
            <a:ext cx="10345696" cy="0"/>
          </a:xfrm>
          <a:prstGeom prst="line">
            <a:avLst/>
          </a:prstGeom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64306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セクション見出し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/>
          <p:cNvSpPr/>
          <p:nvPr/>
        </p:nvSpPr>
        <p:spPr>
          <a:xfrm>
            <a:off x="448963" y="407356"/>
            <a:ext cx="11294075" cy="60432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36605" y="6456841"/>
            <a:ext cx="4836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©2023 SMS DataTech Corporation. All rights reserved.</a:t>
            </a:r>
            <a:endParaRPr kumimoji="1" lang="ja-JP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1" name="スライド番号プレースホルダー 5"/>
          <p:cNvSpPr txBox="1">
            <a:spLocks/>
          </p:cNvSpPr>
          <p:nvPr/>
        </p:nvSpPr>
        <p:spPr>
          <a:xfrm>
            <a:off x="11077831" y="6456841"/>
            <a:ext cx="652849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F98734-114E-45B6-80CD-FD793471D87D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5" name="ホームベース 4"/>
          <p:cNvSpPr/>
          <p:nvPr/>
        </p:nvSpPr>
        <p:spPr>
          <a:xfrm rot="5400000">
            <a:off x="701782" y="869870"/>
            <a:ext cx="2528909" cy="1736739"/>
          </a:xfrm>
          <a:prstGeom prst="homePlate">
            <a:avLst>
              <a:gd name="adj" fmla="val 37613"/>
            </a:avLst>
          </a:prstGeom>
          <a:solidFill>
            <a:schemeClr val="accent6">
              <a:lumMod val="50000"/>
            </a:schemeClr>
          </a:solidFill>
          <a:ln w="155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49816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セクション見出し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ボックス 9"/>
          <p:cNvSpPr txBox="1"/>
          <p:nvPr/>
        </p:nvSpPr>
        <p:spPr>
          <a:xfrm>
            <a:off x="436605" y="6456841"/>
            <a:ext cx="4836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©2023 SMS DataTech Corporation. All rights reserved.</a:t>
            </a:r>
            <a:endParaRPr kumimoji="1" lang="ja-JP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1" name="スライド番号プレースホルダー 5"/>
          <p:cNvSpPr txBox="1">
            <a:spLocks/>
          </p:cNvSpPr>
          <p:nvPr/>
        </p:nvSpPr>
        <p:spPr>
          <a:xfrm>
            <a:off x="11077831" y="6456841"/>
            <a:ext cx="652849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F98734-114E-45B6-80CD-FD793471D87D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448963" y="407356"/>
            <a:ext cx="11294075" cy="60432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5" name="テキスト ボックス 4"/>
          <p:cNvSpPr txBox="1"/>
          <p:nvPr userDrawn="1"/>
        </p:nvSpPr>
        <p:spPr>
          <a:xfrm>
            <a:off x="436605" y="6456841"/>
            <a:ext cx="4836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©2023 SMS DataTech Corporation. All rights reserved.</a:t>
            </a:r>
            <a:endParaRPr kumimoji="1" lang="ja-JP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7" name="スライド番号プレースホルダー 5"/>
          <p:cNvSpPr txBox="1">
            <a:spLocks/>
          </p:cNvSpPr>
          <p:nvPr userDrawn="1"/>
        </p:nvSpPr>
        <p:spPr>
          <a:xfrm>
            <a:off x="11077831" y="6456841"/>
            <a:ext cx="652849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F98734-114E-45B6-80CD-FD793471D87D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8" name="正方形/長方形 7"/>
          <p:cNvSpPr/>
          <p:nvPr userDrawn="1"/>
        </p:nvSpPr>
        <p:spPr>
          <a:xfrm>
            <a:off x="448963" y="407356"/>
            <a:ext cx="11294075" cy="60432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85475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/>
          <p:cNvSpPr/>
          <p:nvPr/>
        </p:nvSpPr>
        <p:spPr>
          <a:xfrm>
            <a:off x="436604" y="413552"/>
            <a:ext cx="11294075" cy="58459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36605" y="6456841"/>
            <a:ext cx="4836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©2023 SMS DataTech Corporation. All rights reserved.</a:t>
            </a:r>
            <a:endParaRPr kumimoji="1" lang="ja-JP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1" name="スライド番号プレースホルダー 5"/>
          <p:cNvSpPr txBox="1">
            <a:spLocks/>
          </p:cNvSpPr>
          <p:nvPr/>
        </p:nvSpPr>
        <p:spPr>
          <a:xfrm>
            <a:off x="11077831" y="6456841"/>
            <a:ext cx="652849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F98734-114E-45B6-80CD-FD793471D87D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4" name="直角三角形 3"/>
          <p:cNvSpPr/>
          <p:nvPr/>
        </p:nvSpPr>
        <p:spPr>
          <a:xfrm rot="5400000">
            <a:off x="5814011" y="1797283"/>
            <a:ext cx="5845989" cy="3077451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/>
        </p:nvSpPr>
        <p:spPr>
          <a:xfrm>
            <a:off x="436080" y="413014"/>
            <a:ext cx="6761677" cy="584598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619031" y="3981233"/>
            <a:ext cx="10458800" cy="1734522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6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 dirty="0" smtClean="0"/>
              <a:t>マスター タイトルの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書式設定</a:t>
            </a:r>
            <a:endParaRPr kumimoji="1" lang="ja-JP" altLang="en-US" dirty="0"/>
          </a:p>
        </p:txBody>
      </p:sp>
      <p:sp>
        <p:nvSpPr>
          <p:cNvPr id="12" name="ホームベース 11"/>
          <p:cNvSpPr/>
          <p:nvPr/>
        </p:nvSpPr>
        <p:spPr>
          <a:xfrm rot="5400000">
            <a:off x="533057" y="882671"/>
            <a:ext cx="2528909" cy="1736739"/>
          </a:xfrm>
          <a:prstGeom prst="homePlate">
            <a:avLst>
              <a:gd name="adj" fmla="val 37613"/>
            </a:avLst>
          </a:prstGeom>
          <a:solidFill>
            <a:schemeClr val="accent6">
              <a:lumMod val="75000"/>
            </a:schemeClr>
          </a:solidFill>
          <a:ln w="155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6600" dirty="0">
              <a:latin typeface="+mn-lt"/>
            </a:endParaRPr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0" hasCustomPrompt="1"/>
          </p:nvPr>
        </p:nvSpPr>
        <p:spPr>
          <a:xfrm>
            <a:off x="1206961" y="1372702"/>
            <a:ext cx="1181100" cy="1095375"/>
          </a:xfrm>
        </p:spPr>
        <p:txBody>
          <a:bodyPr/>
          <a:lstStyle>
            <a:lvl1pPr marL="0" indent="0">
              <a:buNone/>
              <a:defRPr sz="66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 smtClean="0"/>
              <a:t>01</a:t>
            </a:r>
            <a:endParaRPr kumimoji="1" lang="ja-JP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1274304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1_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/>
          <p:cNvSpPr/>
          <p:nvPr/>
        </p:nvSpPr>
        <p:spPr>
          <a:xfrm>
            <a:off x="436604" y="413552"/>
            <a:ext cx="11294075" cy="58459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36605" y="6456841"/>
            <a:ext cx="4836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©2023 SMS DataTech Corporation. All rights reserved.</a:t>
            </a:r>
            <a:endParaRPr kumimoji="1" lang="ja-JP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1" name="スライド番号プレースホルダー 5"/>
          <p:cNvSpPr txBox="1">
            <a:spLocks/>
          </p:cNvSpPr>
          <p:nvPr/>
        </p:nvSpPr>
        <p:spPr>
          <a:xfrm>
            <a:off x="11077831" y="6456841"/>
            <a:ext cx="652849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F98734-114E-45B6-80CD-FD793471D87D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4" name="直角三角形 3"/>
          <p:cNvSpPr/>
          <p:nvPr/>
        </p:nvSpPr>
        <p:spPr>
          <a:xfrm rot="5400000">
            <a:off x="5814011" y="1797283"/>
            <a:ext cx="5845989" cy="3077451"/>
          </a:xfrm>
          <a:prstGeom prst="rt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/>
        </p:nvSpPr>
        <p:spPr>
          <a:xfrm>
            <a:off x="436080" y="413014"/>
            <a:ext cx="6761677" cy="584598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619031" y="3981233"/>
            <a:ext cx="10458800" cy="1734522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6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 dirty="0" smtClean="0"/>
              <a:t>マスター タイトルの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書式設定</a:t>
            </a:r>
            <a:endParaRPr kumimoji="1" lang="ja-JP" altLang="en-US" dirty="0"/>
          </a:p>
        </p:txBody>
      </p:sp>
      <p:sp>
        <p:nvSpPr>
          <p:cNvPr id="12" name="ホームベース 11"/>
          <p:cNvSpPr/>
          <p:nvPr/>
        </p:nvSpPr>
        <p:spPr>
          <a:xfrm rot="5400000">
            <a:off x="533057" y="882671"/>
            <a:ext cx="2528909" cy="1736739"/>
          </a:xfrm>
          <a:prstGeom prst="homePlate">
            <a:avLst>
              <a:gd name="adj" fmla="val 37613"/>
            </a:avLst>
          </a:prstGeom>
          <a:solidFill>
            <a:schemeClr val="accent4">
              <a:lumMod val="75000"/>
            </a:schemeClr>
          </a:solidFill>
          <a:ln w="155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プレースホルダー 5"/>
          <p:cNvSpPr>
            <a:spLocks noGrp="1"/>
          </p:cNvSpPr>
          <p:nvPr>
            <p:ph type="body" sz="quarter" idx="10" hasCustomPrompt="1"/>
          </p:nvPr>
        </p:nvSpPr>
        <p:spPr>
          <a:xfrm>
            <a:off x="1206961" y="1372702"/>
            <a:ext cx="1181100" cy="1095375"/>
          </a:xfrm>
        </p:spPr>
        <p:txBody>
          <a:bodyPr/>
          <a:lstStyle>
            <a:lvl1pPr marL="0" indent="0">
              <a:buNone/>
              <a:defRPr sz="66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 smtClean="0"/>
              <a:t>01</a:t>
            </a:r>
            <a:endParaRPr kumimoji="1" lang="ja-JP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9275983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2_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/>
          <p:cNvSpPr/>
          <p:nvPr/>
        </p:nvSpPr>
        <p:spPr>
          <a:xfrm>
            <a:off x="436604" y="413552"/>
            <a:ext cx="11294075" cy="58459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36605" y="6456841"/>
            <a:ext cx="4836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©2023 SMS DataTech Corporation. All rights reserved.</a:t>
            </a:r>
            <a:endParaRPr kumimoji="1" lang="ja-JP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1" name="スライド番号プレースホルダー 5"/>
          <p:cNvSpPr txBox="1">
            <a:spLocks/>
          </p:cNvSpPr>
          <p:nvPr/>
        </p:nvSpPr>
        <p:spPr>
          <a:xfrm>
            <a:off x="11077831" y="6456841"/>
            <a:ext cx="652849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F98734-114E-45B6-80CD-FD793471D87D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4" name="直角三角形 3"/>
          <p:cNvSpPr/>
          <p:nvPr/>
        </p:nvSpPr>
        <p:spPr>
          <a:xfrm rot="5400000">
            <a:off x="5814011" y="1797283"/>
            <a:ext cx="5845989" cy="3077451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/>
        </p:nvSpPr>
        <p:spPr>
          <a:xfrm>
            <a:off x="436080" y="413014"/>
            <a:ext cx="6761677" cy="58459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619031" y="3981233"/>
            <a:ext cx="10458800" cy="1734522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6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 dirty="0" smtClean="0"/>
              <a:t>マスター タイトルの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書式設定</a:t>
            </a:r>
            <a:endParaRPr kumimoji="1" lang="ja-JP" altLang="en-US" dirty="0"/>
          </a:p>
        </p:txBody>
      </p:sp>
      <p:sp>
        <p:nvSpPr>
          <p:cNvPr id="12" name="ホームベース 11"/>
          <p:cNvSpPr/>
          <p:nvPr/>
        </p:nvSpPr>
        <p:spPr>
          <a:xfrm rot="5400000">
            <a:off x="533057" y="882671"/>
            <a:ext cx="2528909" cy="1736739"/>
          </a:xfrm>
          <a:prstGeom prst="homePlate">
            <a:avLst>
              <a:gd name="adj" fmla="val 37613"/>
            </a:avLst>
          </a:prstGeom>
          <a:solidFill>
            <a:schemeClr val="accent1">
              <a:lumMod val="75000"/>
            </a:schemeClr>
          </a:solidFill>
          <a:ln w="155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プレースホルダー 5"/>
          <p:cNvSpPr>
            <a:spLocks noGrp="1"/>
          </p:cNvSpPr>
          <p:nvPr>
            <p:ph type="body" sz="quarter" idx="10" hasCustomPrompt="1"/>
          </p:nvPr>
        </p:nvSpPr>
        <p:spPr>
          <a:xfrm>
            <a:off x="1206961" y="1372702"/>
            <a:ext cx="1181100" cy="1095375"/>
          </a:xfrm>
        </p:spPr>
        <p:txBody>
          <a:bodyPr/>
          <a:lstStyle>
            <a:lvl1pPr marL="0" indent="0">
              <a:buNone/>
              <a:defRPr sz="66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 smtClean="0"/>
              <a:t>01</a:t>
            </a:r>
            <a:endParaRPr kumimoji="1" lang="ja-JP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9940275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3_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/>
          <p:cNvSpPr/>
          <p:nvPr/>
        </p:nvSpPr>
        <p:spPr>
          <a:xfrm>
            <a:off x="436604" y="413552"/>
            <a:ext cx="11294075" cy="5845989"/>
          </a:xfrm>
          <a:prstGeom prst="rect">
            <a:avLst/>
          </a:prstGeom>
          <a:solidFill>
            <a:srgbClr val="F7DFE9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36605" y="6456841"/>
            <a:ext cx="4836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©2023 SMS DataTech Corporation. All rights reserved.</a:t>
            </a:r>
            <a:endParaRPr kumimoji="1" lang="ja-JP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1" name="スライド番号プレースホルダー 5"/>
          <p:cNvSpPr txBox="1">
            <a:spLocks/>
          </p:cNvSpPr>
          <p:nvPr/>
        </p:nvSpPr>
        <p:spPr>
          <a:xfrm>
            <a:off x="11077831" y="6456841"/>
            <a:ext cx="652849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F98734-114E-45B6-80CD-FD793471D87D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4" name="直角三角形 3"/>
          <p:cNvSpPr/>
          <p:nvPr/>
        </p:nvSpPr>
        <p:spPr>
          <a:xfrm rot="5400000">
            <a:off x="5814011" y="1797283"/>
            <a:ext cx="5845989" cy="3077451"/>
          </a:xfrm>
          <a:prstGeom prst="rtTriangle">
            <a:avLst/>
          </a:prstGeom>
          <a:solidFill>
            <a:srgbClr val="E79D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/>
        </p:nvSpPr>
        <p:spPr>
          <a:xfrm>
            <a:off x="436080" y="413014"/>
            <a:ext cx="6761677" cy="5845989"/>
          </a:xfrm>
          <a:prstGeom prst="rect">
            <a:avLst/>
          </a:prstGeom>
          <a:solidFill>
            <a:srgbClr val="E79DBE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619031" y="3981233"/>
            <a:ext cx="10458800" cy="1734522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66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 dirty="0" smtClean="0"/>
              <a:t>マスター タイトルの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書式設定</a:t>
            </a:r>
            <a:endParaRPr kumimoji="1" lang="ja-JP" altLang="en-US" dirty="0"/>
          </a:p>
        </p:txBody>
      </p:sp>
      <p:sp>
        <p:nvSpPr>
          <p:cNvPr id="12" name="ホームベース 11"/>
          <p:cNvSpPr/>
          <p:nvPr/>
        </p:nvSpPr>
        <p:spPr>
          <a:xfrm rot="5400000">
            <a:off x="533057" y="882671"/>
            <a:ext cx="2528909" cy="1736739"/>
          </a:xfrm>
          <a:prstGeom prst="homePlate">
            <a:avLst>
              <a:gd name="adj" fmla="val 37613"/>
            </a:avLst>
          </a:prstGeom>
          <a:solidFill>
            <a:srgbClr val="B82C68"/>
          </a:solidFill>
          <a:ln w="155575">
            <a:solidFill>
              <a:srgbClr val="B8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5"/>
          <p:cNvSpPr>
            <a:spLocks noGrp="1"/>
          </p:cNvSpPr>
          <p:nvPr>
            <p:ph type="body" sz="quarter" idx="10" hasCustomPrompt="1"/>
          </p:nvPr>
        </p:nvSpPr>
        <p:spPr>
          <a:xfrm>
            <a:off x="1206961" y="1372702"/>
            <a:ext cx="1181100" cy="1095375"/>
          </a:xfrm>
        </p:spPr>
        <p:txBody>
          <a:bodyPr/>
          <a:lstStyle>
            <a:lvl1pPr marL="0" indent="0">
              <a:buNone/>
              <a:defRPr sz="66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kumimoji="1" lang="en-US" altLang="ja-JP" dirty="0" smtClean="0"/>
              <a:t>01</a:t>
            </a:r>
            <a:endParaRPr kumimoji="1" lang="ja-JP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1623143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03B45-20F2-4E42-9E08-A07CCBBAD93E}" type="datetimeFigureOut">
              <a:rPr kumimoji="1" lang="ja-JP" altLang="en-US" smtClean="0"/>
              <a:t>2024/5/1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613D0-FFC7-490F-BA64-444D75D9A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正方形/長方形 6"/>
          <p:cNvSpPr/>
          <p:nvPr/>
        </p:nvSpPr>
        <p:spPr>
          <a:xfrm>
            <a:off x="191776" y="764938"/>
            <a:ext cx="11538904" cy="41572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36605" y="6456841"/>
            <a:ext cx="4836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©2021 SMS DataTech Corporation. All rights reserved.</a:t>
            </a:r>
            <a:endParaRPr kumimoji="1" lang="ja-JP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9" name="スライド番号プレースホルダー 5"/>
          <p:cNvSpPr txBox="1">
            <a:spLocks/>
          </p:cNvSpPr>
          <p:nvPr/>
        </p:nvSpPr>
        <p:spPr>
          <a:xfrm>
            <a:off x="11077832" y="6456841"/>
            <a:ext cx="652849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F98734-114E-45B6-80CD-FD793471D87D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36605" y="6456841"/>
            <a:ext cx="4836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©2021 SMS DataTech Corporation. All rights reserved.</a:t>
            </a:r>
            <a:endParaRPr kumimoji="1" lang="ja-JP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1" name="スライド番号プレースホルダー 5"/>
          <p:cNvSpPr txBox="1">
            <a:spLocks/>
          </p:cNvSpPr>
          <p:nvPr/>
        </p:nvSpPr>
        <p:spPr>
          <a:xfrm>
            <a:off x="11077831" y="6456841"/>
            <a:ext cx="652849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F98734-114E-45B6-80CD-FD793471D87D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2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3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テキスト ボックス 13"/>
          <p:cNvSpPr txBox="1"/>
          <p:nvPr/>
        </p:nvSpPr>
        <p:spPr>
          <a:xfrm>
            <a:off x="436604" y="6473386"/>
            <a:ext cx="4836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©2023 SMS DataTech Corporation. All rights reserved.</a:t>
            </a:r>
            <a:endParaRPr kumimoji="1" lang="ja-JP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35932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613D0-FFC7-490F-BA64-444D75D9A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27953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03B45-20F2-4E42-9E08-A07CCBBAD93E}" type="datetimeFigureOut">
              <a:rPr kumimoji="1" lang="ja-JP" altLang="en-US" smtClean="0"/>
              <a:t>2024/5/1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613D0-FFC7-490F-BA64-444D75D9A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正方形/長方形 6"/>
          <p:cNvSpPr/>
          <p:nvPr/>
        </p:nvSpPr>
        <p:spPr>
          <a:xfrm>
            <a:off x="436605" y="494521"/>
            <a:ext cx="11294075" cy="584598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cxnSp>
        <p:nvCxnSpPr>
          <p:cNvPr id="8" name="直線コネクタ 7"/>
          <p:cNvCxnSpPr/>
          <p:nvPr/>
        </p:nvCxnSpPr>
        <p:spPr>
          <a:xfrm>
            <a:off x="485192" y="3298763"/>
            <a:ext cx="3432110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436605" y="6456841"/>
            <a:ext cx="4836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©2021 SMS DataTech Corporation. All rights reserved.</a:t>
            </a:r>
            <a:endParaRPr kumimoji="1" lang="ja-JP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0" name="スライド番号プレースホルダー 5"/>
          <p:cNvSpPr txBox="1">
            <a:spLocks/>
          </p:cNvSpPr>
          <p:nvPr/>
        </p:nvSpPr>
        <p:spPr>
          <a:xfrm>
            <a:off x="11077831" y="6456841"/>
            <a:ext cx="652849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F98734-114E-45B6-80CD-FD793471D87D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43605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03B45-20F2-4E42-9E08-A07CCBBAD93E}" type="datetimeFigureOut">
              <a:rPr kumimoji="1" lang="ja-JP" altLang="en-US" smtClean="0"/>
              <a:t>2024/5/1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613D0-FFC7-490F-BA64-444D75D9A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21038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03B45-20F2-4E42-9E08-A07CCBBAD93E}" type="datetimeFigureOut">
              <a:rPr kumimoji="1" lang="ja-JP" altLang="en-US" smtClean="0"/>
              <a:t>2024/5/1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613D0-FFC7-490F-BA64-444D75D9A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2094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03B45-20F2-4E42-9E08-A07CCBBAD93E}" type="datetimeFigureOut">
              <a:rPr kumimoji="1" lang="ja-JP" altLang="en-US" smtClean="0"/>
              <a:t>2024/5/1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613D0-FFC7-490F-BA64-444D75D9A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26255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03B45-20F2-4E42-9E08-A07CCBBAD93E}" type="datetimeFigureOut">
              <a:rPr kumimoji="1" lang="ja-JP" altLang="en-US" smtClean="0"/>
              <a:t>2024/5/1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613D0-FFC7-490F-BA64-444D75D9A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TextBox 12"/>
          <p:cNvSpPr txBox="1"/>
          <p:nvPr/>
        </p:nvSpPr>
        <p:spPr>
          <a:xfrm>
            <a:off x="0" y="6642347"/>
            <a:ext cx="3353606" cy="1384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00" b="0" i="0" dirty="0" smtClean="0">
                <a:solidFill>
                  <a:schemeClr val="bg1"/>
                </a:solidFill>
                <a:latin typeface="+mn-ea"/>
                <a:ea typeface="+mn-ea"/>
                <a:cs typeface="Meiryo UI" pitchFamily="50" charset="-128"/>
              </a:rPr>
              <a:t>© </a:t>
            </a:r>
            <a:r>
              <a:rPr lang="en-US" altLang="ja-JP" sz="900" dirty="0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2021</a:t>
            </a:r>
            <a:r>
              <a:rPr lang="ja-JP" altLang="en-US" sz="900" dirty="0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900" dirty="0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SMS Data Tech Corporation. All rights reserved.</a:t>
            </a:r>
            <a:endParaRPr lang="ja-JP" altLang="en-US" sz="900" dirty="0" smtClean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Rectangle 7"/>
          <p:cNvSpPr/>
          <p:nvPr/>
        </p:nvSpPr>
        <p:spPr>
          <a:xfrm>
            <a:off x="0" y="0"/>
            <a:ext cx="4969049" cy="685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8"/>
          <p:cNvSpPr/>
          <p:nvPr/>
        </p:nvSpPr>
        <p:spPr>
          <a:xfrm>
            <a:off x="4969049" y="0"/>
            <a:ext cx="64008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6"/>
          <p:cNvSpPr txBox="1">
            <a:spLocks/>
          </p:cNvSpPr>
          <p:nvPr/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363" rtl="0" eaLnBrk="1" latinLnBrk="0" hangingPunct="1">
              <a:defRPr kumimoji="1"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2" algn="l" defTabSz="914363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3" algn="l" defTabSz="914363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45" algn="l" defTabSz="914363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27" algn="l" defTabSz="914363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09" algn="l" defTabSz="914363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90" algn="l" defTabSz="914363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72" algn="l" defTabSz="914363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54" algn="l" defTabSz="914363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11205" y="6459997"/>
            <a:ext cx="4836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©2021 SMS DataTech Corporation. All rights reserved.</a:t>
            </a:r>
            <a:endParaRPr kumimoji="1" lang="ja-JP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32727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03B45-20F2-4E42-9E08-A07CCBBAD93E}" type="datetimeFigureOut">
              <a:rPr kumimoji="1" lang="ja-JP" altLang="en-US" smtClean="0"/>
              <a:t>2024/5/1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613D0-FFC7-490F-BA64-444D75D9A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TextBox 12"/>
          <p:cNvSpPr txBox="1"/>
          <p:nvPr/>
        </p:nvSpPr>
        <p:spPr>
          <a:xfrm>
            <a:off x="-24006" y="6642347"/>
            <a:ext cx="3353606" cy="1384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00" b="0" i="0" dirty="0" smtClean="0">
                <a:solidFill>
                  <a:schemeClr val="bg1"/>
                </a:solidFill>
                <a:latin typeface="+mn-ea"/>
                <a:ea typeface="+mn-ea"/>
                <a:cs typeface="Meiryo UI" pitchFamily="50" charset="-128"/>
              </a:rPr>
              <a:t>© </a:t>
            </a:r>
            <a:r>
              <a:rPr lang="en-US" altLang="ja-JP" sz="900" dirty="0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2021</a:t>
            </a:r>
            <a:r>
              <a:rPr lang="ja-JP" altLang="en-US" sz="900" dirty="0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900" dirty="0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SMS Data Tech Corporation. All rights reserved.</a:t>
            </a:r>
            <a:endParaRPr lang="ja-JP" altLang="en-US" sz="900" dirty="0" smtClean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523665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03B45-20F2-4E42-9E08-A07CCBBAD93E}" type="datetimeFigureOut">
              <a:rPr kumimoji="1" lang="ja-JP" altLang="en-US" smtClean="0"/>
              <a:t>2024/5/1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613D0-FFC7-490F-BA64-444D75D9A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60051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03B45-20F2-4E42-9E08-A07CCBBAD93E}" type="datetimeFigureOut">
              <a:rPr kumimoji="1" lang="ja-JP" altLang="en-US" smtClean="0"/>
              <a:t>2024/5/1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613D0-FFC7-490F-BA64-444D75D9A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65182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03B45-20F2-4E42-9E08-A07CCBBAD93E}" type="datetimeFigureOut">
              <a:rPr kumimoji="1" lang="ja-JP" altLang="en-US" smtClean="0"/>
              <a:t>2024/5/1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613D0-FFC7-490F-BA64-444D75D9A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54812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/>
          <p:cNvSpPr txBox="1"/>
          <p:nvPr/>
        </p:nvSpPr>
        <p:spPr>
          <a:xfrm>
            <a:off x="436605" y="6456841"/>
            <a:ext cx="4836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©2021 SMS DataTech Corporation. All rights reserved.</a:t>
            </a:r>
            <a:endParaRPr kumimoji="1" lang="ja-JP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0" name="スライド番号プレースホルダー 5"/>
          <p:cNvSpPr txBox="1">
            <a:spLocks/>
          </p:cNvSpPr>
          <p:nvPr/>
        </p:nvSpPr>
        <p:spPr>
          <a:xfrm>
            <a:off x="11077831" y="6456841"/>
            <a:ext cx="652849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F98734-114E-45B6-80CD-FD793471D87D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8" name="スライド番号プレースホルダー 2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E1B613D0-FFC7-490F-BA64-444D75D9A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コンテンツ プレースホルダー 1"/>
          <p:cNvSpPr txBox="1">
            <a:spLocks/>
          </p:cNvSpPr>
          <p:nvPr/>
        </p:nvSpPr>
        <p:spPr>
          <a:xfrm>
            <a:off x="1556625" y="2017948"/>
            <a:ext cx="9109302" cy="41572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endParaRPr lang="en-US" altLang="ja-JP" sz="2400" b="1" dirty="0">
              <a:solidFill>
                <a:schemeClr val="tx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テキスト プレースホルダー 2"/>
          <p:cNvSpPr txBox="1">
            <a:spLocks/>
          </p:cNvSpPr>
          <p:nvPr/>
        </p:nvSpPr>
        <p:spPr>
          <a:xfrm>
            <a:off x="1097280" y="881434"/>
            <a:ext cx="9014717" cy="851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l" defTabSz="914363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2" algn="l" defTabSz="914363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3" algn="l" defTabSz="914363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45" algn="l" defTabSz="914363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27" algn="l" defTabSz="914363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09" algn="l" defTabSz="914363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90" algn="l" defTabSz="914363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72" algn="l" defTabSz="914363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54" algn="l" defTabSz="914363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sz="4400" b="0" dirty="0">
              <a:solidFill>
                <a:schemeClr val="accent6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7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タイトル 1"/>
          <p:cNvSpPr>
            <a:spLocks noGrp="1"/>
          </p:cNvSpPr>
          <p:nvPr>
            <p:ph type="title"/>
          </p:nvPr>
        </p:nvSpPr>
        <p:spPr>
          <a:xfrm>
            <a:off x="1182602" y="1019505"/>
            <a:ext cx="9966960" cy="724930"/>
          </a:xfrm>
        </p:spPr>
        <p:txBody>
          <a:bodyPr/>
          <a:lstStyle>
            <a:lvl1pPr>
              <a:defRPr sz="36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13" name="テキスト プレースホルダー 2"/>
          <p:cNvSpPr>
            <a:spLocks noGrp="1"/>
          </p:cNvSpPr>
          <p:nvPr>
            <p:ph idx="1" hasCustomPrompt="1"/>
          </p:nvPr>
        </p:nvSpPr>
        <p:spPr>
          <a:xfrm>
            <a:off x="1193531" y="1860456"/>
            <a:ext cx="9966961" cy="43147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 dirty="0" smtClean="0"/>
              <a:t>ここに記載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733171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/>
          <p:cNvSpPr/>
          <p:nvPr/>
        </p:nvSpPr>
        <p:spPr>
          <a:xfrm>
            <a:off x="436605" y="494521"/>
            <a:ext cx="11294075" cy="584598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cxnSp>
        <p:nvCxnSpPr>
          <p:cNvPr id="18" name="直線コネクタ 17"/>
          <p:cNvCxnSpPr/>
          <p:nvPr/>
        </p:nvCxnSpPr>
        <p:spPr>
          <a:xfrm>
            <a:off x="485192" y="3298763"/>
            <a:ext cx="3432110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10553" y="1306286"/>
            <a:ext cx="10458800" cy="1734522"/>
          </a:xfrm>
          <a:prstGeom prst="rect">
            <a:avLst/>
          </a:prstGeom>
        </p:spPr>
        <p:txBody>
          <a:bodyPr anchor="b"/>
          <a:lstStyle>
            <a:lvl1pPr>
              <a:defRPr sz="88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10553" y="3556719"/>
            <a:ext cx="10458800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5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36605" y="6456841"/>
            <a:ext cx="4836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©2022 SMS DataTech Corporation. All rights reserved.</a:t>
            </a:r>
            <a:endParaRPr kumimoji="1" lang="ja-JP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1" name="スライド番号プレースホルダー 5"/>
          <p:cNvSpPr txBox="1">
            <a:spLocks/>
          </p:cNvSpPr>
          <p:nvPr/>
        </p:nvSpPr>
        <p:spPr>
          <a:xfrm>
            <a:off x="11077831" y="6456841"/>
            <a:ext cx="652849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F98734-114E-45B6-80CD-FD793471D87D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7879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/>
          <p:cNvSpPr/>
          <p:nvPr/>
        </p:nvSpPr>
        <p:spPr>
          <a:xfrm>
            <a:off x="436605" y="494521"/>
            <a:ext cx="11294075" cy="584598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cxnSp>
        <p:nvCxnSpPr>
          <p:cNvPr id="18" name="直線コネクタ 17"/>
          <p:cNvCxnSpPr/>
          <p:nvPr/>
        </p:nvCxnSpPr>
        <p:spPr>
          <a:xfrm>
            <a:off x="485192" y="3298763"/>
            <a:ext cx="3432110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10553" y="1306286"/>
            <a:ext cx="10458800" cy="1734522"/>
          </a:xfrm>
          <a:prstGeom prst="rect">
            <a:avLst/>
          </a:prstGeom>
        </p:spPr>
        <p:txBody>
          <a:bodyPr anchor="b"/>
          <a:lstStyle>
            <a:lvl1pPr>
              <a:defRPr sz="88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10553" y="3556719"/>
            <a:ext cx="10458800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5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36605" y="6456841"/>
            <a:ext cx="4836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©2022 SMS DataTech Corporation. All rights reserved.</a:t>
            </a:r>
            <a:endParaRPr kumimoji="1" lang="ja-JP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1" name="スライド番号プレースホルダー 5"/>
          <p:cNvSpPr txBox="1">
            <a:spLocks/>
          </p:cNvSpPr>
          <p:nvPr/>
        </p:nvSpPr>
        <p:spPr>
          <a:xfrm>
            <a:off x="11077831" y="6456841"/>
            <a:ext cx="652849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F98734-114E-45B6-80CD-FD793471D87D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00612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/>
          <p:cNvSpPr/>
          <p:nvPr/>
        </p:nvSpPr>
        <p:spPr>
          <a:xfrm>
            <a:off x="436605" y="494521"/>
            <a:ext cx="11294075" cy="58459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cxnSp>
        <p:nvCxnSpPr>
          <p:cNvPr id="18" name="直線コネクタ 17"/>
          <p:cNvCxnSpPr/>
          <p:nvPr/>
        </p:nvCxnSpPr>
        <p:spPr>
          <a:xfrm>
            <a:off x="485192" y="3298763"/>
            <a:ext cx="3432110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10553" y="1306286"/>
            <a:ext cx="10458800" cy="1734522"/>
          </a:xfrm>
          <a:prstGeom prst="rect">
            <a:avLst/>
          </a:prstGeom>
        </p:spPr>
        <p:txBody>
          <a:bodyPr anchor="b"/>
          <a:lstStyle>
            <a:lvl1pPr>
              <a:defRPr sz="88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10553" y="3556719"/>
            <a:ext cx="10458800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5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36605" y="6456841"/>
            <a:ext cx="4836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©2022 SMS DataTech Corporation. All rights reserved.</a:t>
            </a:r>
            <a:endParaRPr kumimoji="1" lang="ja-JP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1" name="スライド番号プレースホルダー 5"/>
          <p:cNvSpPr txBox="1">
            <a:spLocks/>
          </p:cNvSpPr>
          <p:nvPr/>
        </p:nvSpPr>
        <p:spPr>
          <a:xfrm>
            <a:off x="11077831" y="6456841"/>
            <a:ext cx="652849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F98734-114E-45B6-80CD-FD793471D87D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9865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/>
          <p:cNvSpPr/>
          <p:nvPr/>
        </p:nvSpPr>
        <p:spPr>
          <a:xfrm>
            <a:off x="436605" y="494521"/>
            <a:ext cx="11294075" cy="584598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cxnSp>
        <p:nvCxnSpPr>
          <p:cNvPr id="18" name="直線コネクタ 17"/>
          <p:cNvCxnSpPr/>
          <p:nvPr/>
        </p:nvCxnSpPr>
        <p:spPr>
          <a:xfrm>
            <a:off x="485192" y="3298763"/>
            <a:ext cx="3432110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10553" y="1306286"/>
            <a:ext cx="10458800" cy="1734522"/>
          </a:xfrm>
          <a:prstGeom prst="rect">
            <a:avLst/>
          </a:prstGeom>
        </p:spPr>
        <p:txBody>
          <a:bodyPr anchor="b"/>
          <a:lstStyle>
            <a:lvl1pPr>
              <a:defRPr sz="88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10553" y="3556719"/>
            <a:ext cx="10458800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5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36605" y="6456841"/>
            <a:ext cx="4836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©2022 SMS DataTech Corporation. All rights reserved.</a:t>
            </a:r>
            <a:endParaRPr kumimoji="1" lang="ja-JP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1" name="スライド番号プレースホルダー 5"/>
          <p:cNvSpPr txBox="1">
            <a:spLocks/>
          </p:cNvSpPr>
          <p:nvPr/>
        </p:nvSpPr>
        <p:spPr>
          <a:xfrm>
            <a:off x="11077831" y="6456841"/>
            <a:ext cx="652849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F98734-114E-45B6-80CD-FD793471D87D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41174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/>
          <p:cNvSpPr/>
          <p:nvPr/>
        </p:nvSpPr>
        <p:spPr>
          <a:xfrm>
            <a:off x="436605" y="494521"/>
            <a:ext cx="11294075" cy="584598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cxnSp>
        <p:nvCxnSpPr>
          <p:cNvPr id="18" name="直線コネクタ 17"/>
          <p:cNvCxnSpPr/>
          <p:nvPr/>
        </p:nvCxnSpPr>
        <p:spPr>
          <a:xfrm>
            <a:off x="485192" y="3298763"/>
            <a:ext cx="3432110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10553" y="1306286"/>
            <a:ext cx="10458800" cy="1734522"/>
          </a:xfrm>
          <a:prstGeom prst="rect">
            <a:avLst/>
          </a:prstGeom>
        </p:spPr>
        <p:txBody>
          <a:bodyPr anchor="b"/>
          <a:lstStyle>
            <a:lvl1pPr>
              <a:defRPr sz="88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10553" y="3556719"/>
            <a:ext cx="10458800" cy="150018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5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36605" y="6456841"/>
            <a:ext cx="4836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©2022 SMS DataTech Corporation. All rights reserved.</a:t>
            </a:r>
            <a:endParaRPr kumimoji="1" lang="ja-JP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1" name="スライド番号プレースホルダー 5"/>
          <p:cNvSpPr txBox="1">
            <a:spLocks/>
          </p:cNvSpPr>
          <p:nvPr/>
        </p:nvSpPr>
        <p:spPr>
          <a:xfrm>
            <a:off x="11077831" y="6456841"/>
            <a:ext cx="652849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F98734-114E-45B6-80CD-FD793471D87D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65803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03B45-20F2-4E42-9E08-A07CCBBAD93E}" type="datetimeFigureOut">
              <a:rPr kumimoji="1" lang="ja-JP" altLang="en-US" smtClean="0"/>
              <a:t>2024/5/1</a:t>
            </a:fld>
            <a:endParaRPr kumimoji="1" lang="ja-JP" altLang="en-US"/>
          </a:p>
        </p:txBody>
      </p:sp>
      <p:sp>
        <p:nvSpPr>
          <p:cNvPr id="10" name="TextBox 12"/>
          <p:cNvSpPr txBox="1"/>
          <p:nvPr/>
        </p:nvSpPr>
        <p:spPr>
          <a:xfrm>
            <a:off x="0" y="6642347"/>
            <a:ext cx="3353606" cy="1384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00" b="0" i="0" dirty="0" smtClean="0">
                <a:solidFill>
                  <a:schemeClr val="bg1"/>
                </a:solidFill>
                <a:latin typeface="+mn-ea"/>
                <a:ea typeface="+mn-ea"/>
                <a:cs typeface="Meiryo UI" pitchFamily="50" charset="-128"/>
              </a:rPr>
              <a:t>© </a:t>
            </a:r>
            <a:r>
              <a:rPr lang="en-US" altLang="ja-JP" sz="900" dirty="0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2021</a:t>
            </a:r>
            <a:r>
              <a:rPr lang="ja-JP" altLang="en-US" sz="900" dirty="0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900" dirty="0" smtClean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SMS Data Tech Corporation. All rights reserved.</a:t>
            </a:r>
            <a:endParaRPr lang="ja-JP" altLang="en-US" sz="900" dirty="0" smtClean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Rectangle 7"/>
          <p:cNvSpPr/>
          <p:nvPr/>
        </p:nvSpPr>
        <p:spPr>
          <a:xfrm>
            <a:off x="0" y="0"/>
            <a:ext cx="4969049" cy="685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8"/>
          <p:cNvSpPr/>
          <p:nvPr/>
        </p:nvSpPr>
        <p:spPr>
          <a:xfrm>
            <a:off x="4969049" y="0"/>
            <a:ext cx="64008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6"/>
          <p:cNvSpPr txBox="1">
            <a:spLocks/>
          </p:cNvSpPr>
          <p:nvPr/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363" rtl="0" eaLnBrk="1" latinLnBrk="0" hangingPunct="1">
              <a:defRPr kumimoji="1"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2" algn="l" defTabSz="914363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63" algn="l" defTabSz="914363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45" algn="l" defTabSz="914363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27" algn="l" defTabSz="914363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09" algn="l" defTabSz="914363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90" algn="l" defTabSz="914363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72" algn="l" defTabSz="914363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54" algn="l" defTabSz="914363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11205" y="6459997"/>
            <a:ext cx="4836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©2022 SMS DataTech Corporation. All rights reserved.</a:t>
            </a:r>
            <a:endParaRPr kumimoji="1" lang="ja-JP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19138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B613D0-FFC7-490F-BA64-444D75D9A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正方形/長方形 5"/>
          <p:cNvSpPr/>
          <p:nvPr/>
        </p:nvSpPr>
        <p:spPr>
          <a:xfrm>
            <a:off x="9605319" y="156521"/>
            <a:ext cx="2125362" cy="72493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3069" y="285550"/>
            <a:ext cx="1806335" cy="46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6315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266872"/>
          </a:xfrm>
          <a:prstGeom prst="rect">
            <a:avLst/>
          </a:prstGeom>
        </p:spPr>
        <p:txBody>
          <a:bodyPr/>
          <a:lstStyle/>
          <a:p>
            <a:fld id="{08E03B45-20F2-4E42-9E08-A07CCBBAD93E}" type="datetimeFigureOut">
              <a:rPr kumimoji="1" lang="ja-JP" altLang="en-US" smtClean="0"/>
              <a:t>2024/5/1</a:t>
            </a:fld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4724400" y="6356351"/>
            <a:ext cx="2743200" cy="266872"/>
          </a:xfrm>
        </p:spPr>
        <p:txBody>
          <a:bodyPr/>
          <a:lstStyle>
            <a:lvl1pPr algn="ctr">
              <a:defRPr/>
            </a:lvl1pPr>
          </a:lstStyle>
          <a:p>
            <a:fld id="{E1B613D0-FFC7-490F-BA64-444D75D9A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410752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838202" y="6356351"/>
            <a:ext cx="2739081" cy="258634"/>
          </a:xfrm>
          <a:prstGeom prst="rect">
            <a:avLst/>
          </a:prstGeom>
        </p:spPr>
        <p:txBody>
          <a:bodyPr/>
          <a:lstStyle/>
          <a:p>
            <a:fld id="{08E03B45-20F2-4E42-9E08-A07CCBBAD93E}" type="datetimeFigureOut">
              <a:rPr kumimoji="1" lang="ja-JP" altLang="en-US" smtClean="0"/>
              <a:t>2024/5/1</a:t>
            </a:fld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4726462" y="6356351"/>
            <a:ext cx="2739081" cy="258634"/>
          </a:xfrm>
        </p:spPr>
        <p:txBody>
          <a:bodyPr/>
          <a:lstStyle>
            <a:lvl1pPr algn="ctr">
              <a:defRPr/>
            </a:lvl1pPr>
          </a:lstStyle>
          <a:p>
            <a:fld id="{E1B613D0-FFC7-490F-BA64-444D75D9A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6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62913" y="393661"/>
            <a:ext cx="10515600" cy="5575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17" name="テキスト プレースホルダー 2"/>
          <p:cNvSpPr>
            <a:spLocks noGrp="1"/>
          </p:cNvSpPr>
          <p:nvPr>
            <p:ph idx="1"/>
          </p:nvPr>
        </p:nvSpPr>
        <p:spPr>
          <a:xfrm>
            <a:off x="838200" y="1130559"/>
            <a:ext cx="10515600" cy="50464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364532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93194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36605" y="243145"/>
            <a:ext cx="11294076" cy="530578"/>
          </a:xfrm>
        </p:spPr>
        <p:txBody>
          <a:bodyPr/>
          <a:lstStyle>
            <a:lvl1pPr>
              <a:defRPr sz="36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idx="1" hasCustomPrompt="1"/>
          </p:nvPr>
        </p:nvSpPr>
        <p:spPr>
          <a:xfrm>
            <a:off x="436605" y="932484"/>
            <a:ext cx="11294076" cy="5066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 dirty="0" smtClean="0"/>
              <a:t>ここに記載</a:t>
            </a:r>
            <a:endParaRPr kumimoji="1" lang="ja-JP" altLang="en-US" dirty="0"/>
          </a:p>
        </p:txBody>
      </p:sp>
      <p:sp>
        <p:nvSpPr>
          <p:cNvPr id="5" name="スライド番号プレースホルダー 5"/>
          <p:cNvSpPr txBox="1">
            <a:spLocks/>
          </p:cNvSpPr>
          <p:nvPr/>
        </p:nvSpPr>
        <p:spPr>
          <a:xfrm>
            <a:off x="11077831" y="6456841"/>
            <a:ext cx="652849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F98734-114E-45B6-80CD-FD793471D87D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08189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6_セクション見出し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ボックス 9"/>
          <p:cNvSpPr txBox="1"/>
          <p:nvPr userDrawn="1"/>
        </p:nvSpPr>
        <p:spPr>
          <a:xfrm>
            <a:off x="436605" y="6456841"/>
            <a:ext cx="4836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©2023 SMS DataTech Corporation. All rights reserved.</a:t>
            </a:r>
            <a:endParaRPr kumimoji="1" lang="ja-JP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1" name="スライド番号プレースホルダー 5"/>
          <p:cNvSpPr txBox="1">
            <a:spLocks/>
          </p:cNvSpPr>
          <p:nvPr userDrawn="1"/>
        </p:nvSpPr>
        <p:spPr>
          <a:xfrm>
            <a:off x="11077831" y="6456841"/>
            <a:ext cx="652849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F98734-114E-45B6-80CD-FD793471D87D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6" name="正方形/長方形 5"/>
          <p:cNvSpPr/>
          <p:nvPr userDrawn="1"/>
        </p:nvSpPr>
        <p:spPr>
          <a:xfrm>
            <a:off x="448963" y="407356"/>
            <a:ext cx="11294075" cy="60432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18554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D90D-AF9D-4ECF-9721-2C5ECA5EC2FE}" type="datetimeFigureOut">
              <a:rPr kumimoji="1" lang="ja-JP" altLang="en-US" smtClean="0"/>
              <a:t>2024/5/1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058F0-A44B-4EF5-BE56-8635DB1C26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82061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D90D-AF9D-4ECF-9721-2C5ECA5EC2FE}" type="datetimeFigureOut">
              <a:rPr kumimoji="1" lang="ja-JP" altLang="en-US" smtClean="0"/>
              <a:t>2024/5/1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058F0-A44B-4EF5-BE56-8635DB1C26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45322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D90D-AF9D-4ECF-9721-2C5ECA5EC2FE}" type="datetimeFigureOut">
              <a:rPr kumimoji="1" lang="ja-JP" altLang="en-US" smtClean="0"/>
              <a:t>2024/5/1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058F0-A44B-4EF5-BE56-8635DB1C26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278519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D90D-AF9D-4ECF-9721-2C5ECA5EC2FE}" type="datetimeFigureOut">
              <a:rPr kumimoji="1" lang="ja-JP" altLang="en-US" smtClean="0"/>
              <a:t>2024/5/1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058F0-A44B-4EF5-BE56-8635DB1C26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07650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D90D-AF9D-4ECF-9721-2C5ECA5EC2FE}" type="datetimeFigureOut">
              <a:rPr kumimoji="1" lang="ja-JP" altLang="en-US" smtClean="0"/>
              <a:t>2024/5/1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058F0-A44B-4EF5-BE56-8635DB1C26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696498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D90D-AF9D-4ECF-9721-2C5ECA5EC2FE}" type="datetimeFigureOut">
              <a:rPr kumimoji="1" lang="ja-JP" altLang="en-US" smtClean="0"/>
              <a:t>2024/5/1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058F0-A44B-4EF5-BE56-8635DB1C26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29634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D90D-AF9D-4ECF-9721-2C5ECA5EC2FE}" type="datetimeFigureOut">
              <a:rPr kumimoji="1" lang="ja-JP" altLang="en-US" smtClean="0"/>
              <a:t>2024/5/1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058F0-A44B-4EF5-BE56-8635DB1C26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59837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D90D-AF9D-4ECF-9721-2C5ECA5EC2FE}" type="datetimeFigureOut">
              <a:rPr kumimoji="1" lang="ja-JP" altLang="en-US" smtClean="0"/>
              <a:t>2024/5/1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058F0-A44B-4EF5-BE56-8635DB1C26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924148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 smtClean="0"/>
              <a:t>図を追加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D90D-AF9D-4ECF-9721-2C5ECA5EC2FE}" type="datetimeFigureOut">
              <a:rPr kumimoji="1" lang="ja-JP" altLang="en-US" smtClean="0"/>
              <a:t>2024/5/1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058F0-A44B-4EF5-BE56-8635DB1C26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00175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D90D-AF9D-4ECF-9721-2C5ECA5EC2FE}" type="datetimeFigureOut">
              <a:rPr kumimoji="1" lang="ja-JP" altLang="en-US" smtClean="0"/>
              <a:t>2024/5/1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058F0-A44B-4EF5-BE56-8635DB1C26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722504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7D90D-AF9D-4ECF-9721-2C5ECA5EC2FE}" type="datetimeFigureOut">
              <a:rPr kumimoji="1" lang="ja-JP" altLang="en-US" smtClean="0"/>
              <a:t>2024/5/1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058F0-A44B-4EF5-BE56-8635DB1C26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976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  <a:p>
            <a:pPr lvl="2"/>
            <a:r>
              <a:rPr lang="ja-JP" altLang="en-US" dirty="0" smtClean="0"/>
              <a:t>第 </a:t>
            </a:r>
            <a:r>
              <a:rPr lang="en-US" altLang="ja-JP" dirty="0" smtClean="0"/>
              <a:t>3 </a:t>
            </a:r>
            <a:r>
              <a:rPr lang="ja-JP" altLang="en-US" dirty="0" smtClean="0"/>
              <a:t>レベル</a:t>
            </a:r>
          </a:p>
          <a:p>
            <a:pPr lvl="3"/>
            <a:r>
              <a:rPr lang="ja-JP" altLang="en-US" dirty="0" smtClean="0"/>
              <a:t>第 </a:t>
            </a:r>
            <a:r>
              <a:rPr lang="en-US" altLang="ja-JP" dirty="0" smtClean="0"/>
              <a:t>4 </a:t>
            </a:r>
            <a:r>
              <a:rPr lang="ja-JP" altLang="en-US" dirty="0" smtClean="0"/>
              <a:t>レベル</a:t>
            </a:r>
          </a:p>
          <a:p>
            <a:pPr lvl="4"/>
            <a:r>
              <a:rPr lang="ja-JP" altLang="en-US" dirty="0" smtClean="0"/>
              <a:t>第 </a:t>
            </a:r>
            <a:r>
              <a:rPr lang="en-US" altLang="ja-JP" dirty="0" smtClean="0"/>
              <a:t>5 </a:t>
            </a:r>
            <a:r>
              <a:rPr lang="ja-JP" altLang="en-US" dirty="0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03B45-20F2-4E42-9E08-A07CCBBAD93E}" type="datetimeFigureOut">
              <a:rPr kumimoji="1" lang="ja-JP" altLang="en-US" smtClean="0"/>
              <a:t>2024/5/1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613D0-FFC7-490F-BA64-444D75D9A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36605" y="6456841"/>
            <a:ext cx="4836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©2021 SMS DataTech Corporation. All rights reserved.</a:t>
            </a:r>
            <a:endParaRPr kumimoji="1" lang="ja-JP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8" name="スライド番号プレースホルダー 5"/>
          <p:cNvSpPr txBox="1">
            <a:spLocks/>
          </p:cNvSpPr>
          <p:nvPr/>
        </p:nvSpPr>
        <p:spPr>
          <a:xfrm>
            <a:off x="11077832" y="6456841"/>
            <a:ext cx="652849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F98734-114E-45B6-80CD-FD793471D87D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36605" y="6456841"/>
            <a:ext cx="4836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©2021 SMS DataTech Corporation. All rights reserved.</a:t>
            </a:r>
            <a:endParaRPr kumimoji="1" lang="ja-JP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0" name="スライド番号プレースホルダー 5"/>
          <p:cNvSpPr txBox="1">
            <a:spLocks/>
          </p:cNvSpPr>
          <p:nvPr/>
        </p:nvSpPr>
        <p:spPr>
          <a:xfrm>
            <a:off x="11077831" y="6456841"/>
            <a:ext cx="652849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F98734-114E-45B6-80CD-FD793471D87D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11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2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9"/>
          <p:cNvCxnSpPr/>
          <p:nvPr/>
        </p:nvCxnSpPr>
        <p:spPr>
          <a:xfrm>
            <a:off x="436605" y="763675"/>
            <a:ext cx="1129407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436604" y="6456840"/>
            <a:ext cx="4836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©2023 SMS DataTech Corporation. All rights reserved.</a:t>
            </a:r>
            <a:endParaRPr kumimoji="1" lang="ja-JP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601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  <p:sldLayoutId id="2147483778" r:id="rId18"/>
    <p:sldLayoutId id="2147483779" r:id="rId19"/>
    <p:sldLayoutId id="2147483780" r:id="rId20"/>
    <p:sldLayoutId id="2147483781" r:id="rId21"/>
    <p:sldLayoutId id="2147483782" r:id="rId22"/>
    <p:sldLayoutId id="2147483783" r:id="rId23"/>
    <p:sldLayoutId id="2147483784" r:id="rId24"/>
    <p:sldLayoutId id="2147483785" r:id="rId25"/>
    <p:sldLayoutId id="2147483786" r:id="rId26"/>
    <p:sldLayoutId id="2147483787" r:id="rId27"/>
    <p:sldLayoutId id="2147483788" r:id="rId28"/>
    <p:sldLayoutId id="2147483789" r:id="rId29"/>
    <p:sldLayoutId id="2147483790" r:id="rId30"/>
    <p:sldLayoutId id="2147483791" r:id="rId31"/>
    <p:sldLayoutId id="2147483792" r:id="rId32"/>
    <p:sldLayoutId id="2147483837" r:id="rId3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7D90D-AF9D-4ECF-9721-2C5ECA5EC2FE}" type="datetimeFigureOut">
              <a:rPr kumimoji="1" lang="ja-JP" altLang="en-US" smtClean="0"/>
              <a:t>2024/5/1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D058F0-A44B-4EF5-BE56-8635DB1C26D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491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microsoft.com/office/2007/relationships/hdphoto" Target="../media/hdphoto5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microsoft.com/office/2007/relationships/hdphoto" Target="../media/hdphoto2.wdp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microsoft.com/office/2007/relationships/hdphoto" Target="../media/hdphoto4.wdp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/>
          <p:cNvSpPr txBox="1">
            <a:spLocks/>
          </p:cNvSpPr>
          <p:nvPr/>
        </p:nvSpPr>
        <p:spPr>
          <a:xfrm>
            <a:off x="6701996" y="2931264"/>
            <a:ext cx="926559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 anchorCtr="0">
            <a:spAutoFit/>
          </a:bodyPr>
          <a:lstStyle/>
          <a:p>
            <a:pPr algn="ctr"/>
            <a:r>
              <a:rPr lang="ja-JP" altLang="en-US" sz="1400" dirty="0" smtClean="0"/>
              <a:t>独自処理</a:t>
            </a:r>
            <a:endParaRPr kumimoji="1" lang="ja-JP" altLang="en-US" sz="1400" dirty="0"/>
          </a:p>
        </p:txBody>
      </p:sp>
      <p:sp>
        <p:nvSpPr>
          <p:cNvPr id="4" name="タイトル 3"/>
          <p:cNvSpPr>
            <a:spLocks noGrp="1"/>
          </p:cNvSpPr>
          <p:nvPr>
            <p:ph type="title" idx="4294967295"/>
          </p:nvPr>
        </p:nvSpPr>
        <p:spPr>
          <a:xfrm>
            <a:off x="898525" y="549275"/>
            <a:ext cx="11293475" cy="530225"/>
          </a:xfrm>
        </p:spPr>
        <p:txBody>
          <a:bodyPr>
            <a:normAutofit fontScale="90000"/>
          </a:bodyPr>
          <a:lstStyle/>
          <a:p>
            <a:r>
              <a:rPr lang="ja-JP" altLang="en-US" sz="3200" b="1" dirty="0" smtClean="0">
                <a:solidFill>
                  <a:schemeClr val="tx2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システム概要図</a:t>
            </a:r>
            <a:endParaRPr lang="ja-JP" altLang="en-US" sz="3200" b="1" dirty="0">
              <a:solidFill>
                <a:schemeClr val="tx2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cxnSp>
        <p:nvCxnSpPr>
          <p:cNvPr id="5" name="直線コネクタ 4"/>
          <p:cNvCxnSpPr/>
          <p:nvPr/>
        </p:nvCxnSpPr>
        <p:spPr>
          <a:xfrm>
            <a:off x="754104" y="1079364"/>
            <a:ext cx="10345696" cy="0"/>
          </a:xfrm>
          <a:prstGeom prst="line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角丸四角形 6"/>
          <p:cNvSpPr/>
          <p:nvPr/>
        </p:nvSpPr>
        <p:spPr>
          <a:xfrm>
            <a:off x="644435" y="1151049"/>
            <a:ext cx="1019902" cy="5180082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Picture 14" descr="ユーザーアイコン。ベクトル人のアイコン。プロフィールベクトルアイコン。人物イラスト。ビジネスユーザーアイコン。ユーザーグループシンボル。男性ユーザー記号  — ストックベクター ©Best3d 406452666 さん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3333" b="89778" l="9778" r="89778">
                        <a14:foregroundMark x1="49333" y1="36000" x2="49333" y2="36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447" y="1113736"/>
            <a:ext cx="556553" cy="556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/>
          <p:cNvSpPr txBox="1"/>
          <p:nvPr/>
        </p:nvSpPr>
        <p:spPr>
          <a:xfrm>
            <a:off x="540768" y="1566318"/>
            <a:ext cx="12077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dirty="0" smtClean="0"/>
              <a:t>システム利用者</a:t>
            </a:r>
            <a:endParaRPr kumimoji="1" lang="ja-JP" altLang="en-US" sz="1000" dirty="0"/>
          </a:p>
        </p:txBody>
      </p:sp>
      <p:sp>
        <p:nvSpPr>
          <p:cNvPr id="10" name="左矢印 9"/>
          <p:cNvSpPr/>
          <p:nvPr/>
        </p:nvSpPr>
        <p:spPr>
          <a:xfrm rot="10800000">
            <a:off x="787263" y="1838124"/>
            <a:ext cx="700141" cy="22419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569970" y="2043124"/>
            <a:ext cx="11205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dirty="0"/>
              <a:t>ユーザアクセス</a:t>
            </a:r>
            <a:endParaRPr kumimoji="1" lang="ja-JP" altLang="en-US" sz="1000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599984" y="2473357"/>
            <a:ext cx="10094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dirty="0" smtClean="0"/>
              <a:t>システム連携</a:t>
            </a:r>
            <a:endParaRPr lang="en-US" altLang="ja-JP" sz="1000" dirty="0" smtClean="0"/>
          </a:p>
          <a:p>
            <a:pPr algn="ctr"/>
            <a:r>
              <a:rPr kumimoji="1" lang="en-US" altLang="ja-JP" sz="1000" dirty="0" smtClean="0"/>
              <a:t>(Pleasanter)</a:t>
            </a:r>
            <a:endParaRPr kumimoji="1" lang="ja-JP" altLang="en-US" sz="1000" dirty="0"/>
          </a:p>
        </p:txBody>
      </p:sp>
      <p:sp>
        <p:nvSpPr>
          <p:cNvPr id="13" name="左矢印 12"/>
          <p:cNvSpPr/>
          <p:nvPr/>
        </p:nvSpPr>
        <p:spPr>
          <a:xfrm rot="10800000">
            <a:off x="770308" y="2259397"/>
            <a:ext cx="762172" cy="242988"/>
          </a:xfrm>
          <a:prstGeom prst="lef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Picture 10" descr="データベース - ダウンロード 無料のアイコン さん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83556" y1="29778" x2="83556" y2="29778"/>
                        <a14:backgroundMark x1="49778" y1="28000" x2="49778" y2="28000"/>
                        <a14:backgroundMark x1="55111" y1="48889" x2="55111" y2="48889"/>
                        <a14:backgroundMark x1="58667" y1="21778" x2="58667" y2="21778"/>
                        <a14:backgroundMark x1="33333" y1="63556" x2="33333" y2="63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565" y="5436890"/>
            <a:ext cx="508192" cy="50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テキスト ボックス 14"/>
          <p:cNvSpPr txBox="1"/>
          <p:nvPr/>
        </p:nvSpPr>
        <p:spPr>
          <a:xfrm>
            <a:off x="664699" y="5899404"/>
            <a:ext cx="10510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 smtClean="0"/>
              <a:t>データベース</a:t>
            </a:r>
            <a:endParaRPr kumimoji="1" lang="ja-JP" altLang="en-US" sz="1000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674011" y="4620040"/>
            <a:ext cx="10094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 smtClean="0"/>
              <a:t>クライアント</a:t>
            </a:r>
            <a:endParaRPr kumimoji="1" lang="ja-JP" altLang="en-US" sz="1000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850035" y="4210504"/>
            <a:ext cx="7284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サーバ</a:t>
            </a:r>
          </a:p>
        </p:txBody>
      </p:sp>
      <p:sp>
        <p:nvSpPr>
          <p:cNvPr id="20" name="正方形/長方形 19"/>
          <p:cNvSpPr/>
          <p:nvPr/>
        </p:nvSpPr>
        <p:spPr>
          <a:xfrm>
            <a:off x="761211" y="3628582"/>
            <a:ext cx="726193" cy="1504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743607" y="3748395"/>
            <a:ext cx="7951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 err="1" smtClean="0"/>
              <a:t>SQLServer</a:t>
            </a:r>
            <a:endParaRPr kumimoji="1" lang="ja-JP" altLang="en-US" sz="1000" dirty="0"/>
          </a:p>
        </p:txBody>
      </p:sp>
      <p:sp>
        <p:nvSpPr>
          <p:cNvPr id="24" name="正方形/長方形 23"/>
          <p:cNvSpPr/>
          <p:nvPr/>
        </p:nvSpPr>
        <p:spPr>
          <a:xfrm>
            <a:off x="763719" y="4047189"/>
            <a:ext cx="723685" cy="15882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/>
          <p:cNvSpPr/>
          <p:nvPr/>
        </p:nvSpPr>
        <p:spPr>
          <a:xfrm>
            <a:off x="741139" y="4456725"/>
            <a:ext cx="746265" cy="163159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6" name="Picture 14" descr="ユーザーアイコン。ベクトル人のアイコン。プロフィールベクトルアイコン。人物イラスト。ビジネスユーザーアイコン。ユーザーグループシンボル。男性ユーザー記号  — ストックベクター ©Best3d 406452666 さん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3333" b="89778" l="9778" r="89778">
                        <a14:foregroundMark x1="49333" y1="36000" x2="49333" y2="36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1751" y="932386"/>
            <a:ext cx="989175" cy="98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MicrosoftがVisualBasicの非推奨を開始-MSPoweruser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60795" y1="27948" x2="60795" y2="27948"/>
                        <a14:foregroundMark x1="25852" y1="75546" x2="25852" y2="75546"/>
                        <a14:foregroundMark x1="28125" y1="76419" x2="28125" y2="76419"/>
                        <a14:foregroundMark x1="28125" y1="68996" x2="28125" y2="68996"/>
                        <a14:foregroundMark x1="33239" y1="72052" x2="33239" y2="72052"/>
                        <a14:foregroundMark x1="38920" y1="81659" x2="38920" y2="81659"/>
                        <a14:foregroundMark x1="33239" y1="80786" x2="33239" y2="80786"/>
                        <a14:foregroundMark x1="45170" y1="79476" x2="45170" y2="79476"/>
                        <a14:foregroundMark x1="48580" y1="76419" x2="48580" y2="76419"/>
                        <a14:foregroundMark x1="53125" y1="73362" x2="53125" y2="73362"/>
                        <a14:foregroundMark x1="67898" y1="73362" x2="67898" y2="73362"/>
                        <a14:foregroundMark x1="70739" y1="74236" x2="70739" y2="74236"/>
                        <a14:foregroundMark x1="70739" y1="68559" x2="70739" y2="68559"/>
                        <a14:foregroundMark x1="76420" y1="72926" x2="76420" y2="72926"/>
                        <a14:backgroundMark x1="27273" y1="39301" x2="27273" y2="3930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523" y="2320727"/>
            <a:ext cx="1588300" cy="1032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図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5166" y="2871668"/>
            <a:ext cx="1636266" cy="378526"/>
          </a:xfrm>
          <a:prstGeom prst="rect">
            <a:avLst/>
          </a:prstGeom>
        </p:spPr>
      </p:pic>
      <p:pic>
        <p:nvPicPr>
          <p:cNvPr id="29" name="図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1507" y="5648358"/>
            <a:ext cx="1303719" cy="288559"/>
          </a:xfrm>
          <a:prstGeom prst="rect">
            <a:avLst/>
          </a:prstGeom>
        </p:spPr>
      </p:pic>
      <p:sp>
        <p:nvSpPr>
          <p:cNvPr id="30" name="テキスト ボックス 29"/>
          <p:cNvSpPr txBox="1"/>
          <p:nvPr/>
        </p:nvSpPr>
        <p:spPr>
          <a:xfrm>
            <a:off x="8313015" y="5445810"/>
            <a:ext cx="10510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100" b="1" dirty="0" smtClean="0">
                <a:ln w="0"/>
                <a:latin typeface="Tw Cen MT 本文"/>
              </a:rPr>
              <a:t>既存同等のデータベース</a:t>
            </a:r>
            <a:endParaRPr kumimoji="1" lang="ja-JP" altLang="en-US" sz="1100" b="1" dirty="0">
              <a:ln w="0"/>
              <a:latin typeface="Tw Cen MT 本文"/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4979450" y="5431387"/>
            <a:ext cx="10510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b="1" dirty="0" smtClean="0"/>
              <a:t>データベース</a:t>
            </a:r>
            <a:endParaRPr kumimoji="1" lang="ja-JP" altLang="en-US" sz="1100" b="1" dirty="0"/>
          </a:p>
        </p:txBody>
      </p:sp>
      <p:pic>
        <p:nvPicPr>
          <p:cNvPr id="32" name="Picture 10" descr="データベース - ダウンロード 無料のアイコン さん"/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0" b="100000" l="0" r="100000">
                        <a14:foregroundMark x1="83556" y1="29778" x2="83556" y2="29778"/>
                        <a14:backgroundMark x1="49778" y1="28000" x2="49778" y2="28000"/>
                        <a14:backgroundMark x1="55111" y1="48889" x2="55111" y2="48889"/>
                        <a14:backgroundMark x1="58667" y1="21778" x2="58667" y2="21778"/>
                        <a14:backgroundMark x1="33333" y1="63556" x2="33333" y2="63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7730" y="4498034"/>
            <a:ext cx="1009831" cy="1009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10" descr="データベース - ダウンロード 無料のアイコン さん"/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0" b="100000" l="0" r="100000">
                        <a14:foregroundMark x1="83556" y1="29778" x2="83556" y2="29778"/>
                        <a14:backgroundMark x1="49778" y1="28000" x2="49778" y2="28000"/>
                        <a14:backgroundMark x1="55111" y1="48889" x2="55111" y2="48889"/>
                        <a14:backgroundMark x1="58667" y1="21778" x2="58667" y2="21778"/>
                        <a14:backgroundMark x1="33333" y1="63556" x2="33333" y2="63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1492" y="4503135"/>
            <a:ext cx="1009831" cy="1009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テキスト ボックス 33"/>
          <p:cNvSpPr txBox="1"/>
          <p:nvPr/>
        </p:nvSpPr>
        <p:spPr>
          <a:xfrm>
            <a:off x="778495" y="5071261"/>
            <a:ext cx="10094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 smtClean="0"/>
              <a:t>開発範囲</a:t>
            </a:r>
            <a:endParaRPr kumimoji="1" lang="ja-JP" altLang="en-US" sz="1000" dirty="0"/>
          </a:p>
        </p:txBody>
      </p:sp>
      <p:sp>
        <p:nvSpPr>
          <p:cNvPr id="35" name="正方形/長方形 34"/>
          <p:cNvSpPr/>
          <p:nvPr/>
        </p:nvSpPr>
        <p:spPr>
          <a:xfrm>
            <a:off x="765069" y="4883897"/>
            <a:ext cx="722335" cy="182878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/>
          <p:cNvSpPr/>
          <p:nvPr/>
        </p:nvSpPr>
        <p:spPr>
          <a:xfrm>
            <a:off x="4208636" y="4199799"/>
            <a:ext cx="5691177" cy="18486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L 字 1"/>
          <p:cNvSpPr/>
          <p:nvPr/>
        </p:nvSpPr>
        <p:spPr>
          <a:xfrm>
            <a:off x="3866606" y="2231164"/>
            <a:ext cx="6368143" cy="3908242"/>
          </a:xfrm>
          <a:prstGeom prst="corner">
            <a:avLst>
              <a:gd name="adj1" fmla="val 62765"/>
              <a:gd name="adj2" fmla="val 10715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/>
          <p:cNvSpPr/>
          <p:nvPr/>
        </p:nvSpPr>
        <p:spPr>
          <a:xfrm>
            <a:off x="8193653" y="2250106"/>
            <a:ext cx="1706161" cy="1300763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/>
          <p:cNvSpPr/>
          <p:nvPr/>
        </p:nvSpPr>
        <p:spPr>
          <a:xfrm>
            <a:off x="3608600" y="2062319"/>
            <a:ext cx="6965783" cy="4194375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左矢印 39"/>
          <p:cNvSpPr/>
          <p:nvPr/>
        </p:nvSpPr>
        <p:spPr>
          <a:xfrm rot="16200000">
            <a:off x="8768619" y="1988998"/>
            <a:ext cx="631692" cy="22419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9130625" y="1809227"/>
            <a:ext cx="7627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b="1" dirty="0" smtClean="0"/>
              <a:t>見積入力</a:t>
            </a:r>
            <a:endParaRPr kumimoji="1" lang="ja-JP" altLang="en-US" sz="1000" b="1" dirty="0"/>
          </a:p>
        </p:txBody>
      </p:sp>
      <p:sp>
        <p:nvSpPr>
          <p:cNvPr id="44" name="左右矢印 43"/>
          <p:cNvSpPr/>
          <p:nvPr/>
        </p:nvSpPr>
        <p:spPr>
          <a:xfrm rot="5400000">
            <a:off x="8279460" y="3776530"/>
            <a:ext cx="1201668" cy="246221"/>
          </a:xfrm>
          <a:prstGeom prst="left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左右矢印 46"/>
          <p:cNvSpPr/>
          <p:nvPr/>
        </p:nvSpPr>
        <p:spPr>
          <a:xfrm rot="5400000">
            <a:off x="4898179" y="3756311"/>
            <a:ext cx="1201669" cy="252006"/>
          </a:xfrm>
          <a:prstGeom prst="left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8" name="Picture 14" descr="ユーザーアイコン。ベクトル人のアイコン。プロフィールベクトルアイコン。人物イラスト。ビジネスユーザーアイコン。ユーザーグループシンボル。男性ユーザー記号  — ストックベクター ©Best3d 406452666 さん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3333" b="89778" l="9778" r="89778">
                        <a14:foregroundMark x1="49333" y1="36000" x2="49333" y2="36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8057" y="940917"/>
            <a:ext cx="989175" cy="98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左右矢印 48"/>
          <p:cNvSpPr/>
          <p:nvPr/>
        </p:nvSpPr>
        <p:spPr>
          <a:xfrm rot="5400000">
            <a:off x="4993867" y="2198664"/>
            <a:ext cx="1022195" cy="21057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左右矢印 49"/>
          <p:cNvSpPr/>
          <p:nvPr/>
        </p:nvSpPr>
        <p:spPr>
          <a:xfrm>
            <a:off x="3400420" y="1506005"/>
            <a:ext cx="1628210" cy="218731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1" name="Picture 12" descr="会計ソフト Weplat 財務応援 R4｜製品情報｜エプソン さん"/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65" b="2777"/>
          <a:stretch/>
        </p:blipFill>
        <p:spPr bwMode="auto">
          <a:xfrm>
            <a:off x="1961862" y="1205670"/>
            <a:ext cx="1310113" cy="301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テキスト ボックス 51"/>
          <p:cNvSpPr txBox="1"/>
          <p:nvPr/>
        </p:nvSpPr>
        <p:spPr>
          <a:xfrm>
            <a:off x="5630443" y="1797727"/>
            <a:ext cx="12000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b="1" dirty="0" smtClean="0"/>
              <a:t>各種機能</a:t>
            </a:r>
            <a:r>
              <a:rPr lang="ja-JP" altLang="en-US" sz="1000" b="1" dirty="0"/>
              <a:t>の利用</a:t>
            </a:r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3608600" y="1265606"/>
            <a:ext cx="12000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000" b="1" dirty="0" smtClean="0"/>
              <a:t>I/F</a:t>
            </a:r>
            <a:r>
              <a:rPr lang="ja-JP" altLang="en-US" sz="1000" b="1" dirty="0" smtClean="0"/>
              <a:t>ファイル連携</a:t>
            </a:r>
            <a:endParaRPr lang="ja-JP" altLang="en-US" sz="1000" b="1" dirty="0"/>
          </a:p>
        </p:txBody>
      </p:sp>
      <p:sp>
        <p:nvSpPr>
          <p:cNvPr id="54" name="正方形/長方形 53"/>
          <p:cNvSpPr/>
          <p:nvPr/>
        </p:nvSpPr>
        <p:spPr>
          <a:xfrm>
            <a:off x="959054" y="6522223"/>
            <a:ext cx="138226" cy="186835"/>
          </a:xfrm>
          <a:prstGeom prst="rect">
            <a:avLst/>
          </a:prstGeom>
          <a:solidFill>
            <a:srgbClr val="C5E0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876109" y="6450539"/>
            <a:ext cx="380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 smtClean="0">
                <a:solidFill>
                  <a:schemeClr val="bg1">
                    <a:lumMod val="50000"/>
                  </a:schemeClr>
                </a:solidFill>
              </a:rPr>
              <a:t>4</a:t>
            </a:r>
            <a:endParaRPr kumimoji="1" lang="ja-JP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9" name="テキスト ボックス 58"/>
          <p:cNvSpPr txBox="1"/>
          <p:nvPr/>
        </p:nvSpPr>
        <p:spPr>
          <a:xfrm>
            <a:off x="625483" y="3110067"/>
            <a:ext cx="10094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dirty="0" smtClean="0"/>
              <a:t>システム連携</a:t>
            </a:r>
            <a:endParaRPr lang="en-US" altLang="ja-JP" sz="1000" dirty="0" smtClean="0"/>
          </a:p>
          <a:p>
            <a:pPr algn="ctr"/>
            <a:r>
              <a:rPr kumimoji="1" lang="en-US" altLang="ja-JP" sz="1000" dirty="0" smtClean="0"/>
              <a:t>(</a:t>
            </a:r>
            <a:r>
              <a:rPr kumimoji="1" lang="en-US" altLang="ja-JP" sz="1000" dirty="0" err="1" smtClean="0"/>
              <a:t>VisualBasic</a:t>
            </a:r>
            <a:r>
              <a:rPr kumimoji="1" lang="en-US" altLang="ja-JP" sz="1000" dirty="0" smtClean="0"/>
              <a:t>)</a:t>
            </a:r>
            <a:endParaRPr kumimoji="1" lang="ja-JP" altLang="en-US" sz="1000" dirty="0"/>
          </a:p>
        </p:txBody>
      </p:sp>
      <p:sp>
        <p:nvSpPr>
          <p:cNvPr id="60" name="左矢印 59"/>
          <p:cNvSpPr/>
          <p:nvPr/>
        </p:nvSpPr>
        <p:spPr>
          <a:xfrm rot="10800000">
            <a:off x="756247" y="2874431"/>
            <a:ext cx="762172" cy="242988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テキスト ボックス 60"/>
          <p:cNvSpPr txBox="1"/>
          <p:nvPr/>
        </p:nvSpPr>
        <p:spPr>
          <a:xfrm>
            <a:off x="2146683" y="1668532"/>
            <a:ext cx="974402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sz="1200" dirty="0" smtClean="0"/>
              <a:t>ネット</a:t>
            </a:r>
            <a:endParaRPr lang="en-US" altLang="ja-JP" sz="1200" dirty="0" smtClean="0"/>
          </a:p>
          <a:p>
            <a:pPr algn="ctr"/>
            <a:r>
              <a:rPr lang="ja-JP" altLang="en-US" sz="1200" dirty="0" smtClean="0"/>
              <a:t>バンキング</a:t>
            </a:r>
            <a:endParaRPr kumimoji="1" lang="ja-JP" altLang="en-US" sz="1200" dirty="0"/>
          </a:p>
        </p:txBody>
      </p:sp>
      <p:sp>
        <p:nvSpPr>
          <p:cNvPr id="57" name="左右矢印 56"/>
          <p:cNvSpPr/>
          <p:nvPr/>
        </p:nvSpPr>
        <p:spPr>
          <a:xfrm>
            <a:off x="7660957" y="2974083"/>
            <a:ext cx="788513" cy="246221"/>
          </a:xfrm>
          <a:prstGeom prst="left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左右矢印 63"/>
          <p:cNvSpPr/>
          <p:nvPr/>
        </p:nvSpPr>
        <p:spPr>
          <a:xfrm>
            <a:off x="6161757" y="3141311"/>
            <a:ext cx="501304" cy="246221"/>
          </a:xfrm>
          <a:prstGeom prst="left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左右矢印 64"/>
          <p:cNvSpPr/>
          <p:nvPr/>
        </p:nvSpPr>
        <p:spPr>
          <a:xfrm>
            <a:off x="6159943" y="2848080"/>
            <a:ext cx="506232" cy="252006"/>
          </a:xfrm>
          <a:prstGeom prst="left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左右矢印 65"/>
          <p:cNvSpPr/>
          <p:nvPr/>
        </p:nvSpPr>
        <p:spPr>
          <a:xfrm rot="2556474">
            <a:off x="6733021" y="3816640"/>
            <a:ext cx="1917602" cy="252006"/>
          </a:xfrm>
          <a:prstGeom prst="left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2125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B9C692B7-B0AE-411A-A14C-A40E62558EA6}" vid="{40CF88B8-C7CD-47A6-8892-9E358F5C1682}"/>
    </a:ext>
  </a:extLst>
</a:theme>
</file>

<file path=ppt/theme/theme2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テーマ1</Template>
  <TotalTime>352</TotalTime>
  <Words>40</Words>
  <Application>Microsoft Office PowerPoint</Application>
  <PresentationFormat>ワイド画面</PresentationFormat>
  <Paragraphs>21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</vt:i4>
      </vt:variant>
    </vt:vector>
  </HeadingPairs>
  <TitlesOfParts>
    <vt:vector size="11" baseType="lpstr">
      <vt:lpstr>Meiryo UI</vt:lpstr>
      <vt:lpstr>ＭＳ Ｐゴシック</vt:lpstr>
      <vt:lpstr>Tw Cen MT 本文</vt:lpstr>
      <vt:lpstr>游ゴシック</vt:lpstr>
      <vt:lpstr>游ゴシック Light</vt:lpstr>
      <vt:lpstr>Arial</vt:lpstr>
      <vt:lpstr>Calibri</vt:lpstr>
      <vt:lpstr>Calibri Light</vt:lpstr>
      <vt:lpstr>テーマ1</vt:lpstr>
      <vt:lpstr>デザインの設定</vt:lpstr>
      <vt:lpstr>システム概要図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システム概要図</dc:title>
  <dc:creator>大谷 直樹</dc:creator>
  <cp:lastModifiedBy>人見 元隆</cp:lastModifiedBy>
  <cp:revision>48</cp:revision>
  <dcterms:created xsi:type="dcterms:W3CDTF">2024-03-22T00:25:31Z</dcterms:created>
  <dcterms:modified xsi:type="dcterms:W3CDTF">2024-05-01T08:58:07Z</dcterms:modified>
</cp:coreProperties>
</file>