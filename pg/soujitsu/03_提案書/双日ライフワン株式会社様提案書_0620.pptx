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8" r:id="rId1"/>
  </p:sldMasterIdLst>
  <p:notesMasterIdLst>
    <p:notesMasterId r:id="rId24"/>
  </p:notesMasterIdLst>
  <p:handoutMasterIdLst>
    <p:handoutMasterId r:id="rId25"/>
  </p:handoutMasterIdLst>
  <p:sldIdLst>
    <p:sldId id="459" r:id="rId2"/>
    <p:sldId id="444" r:id="rId3"/>
    <p:sldId id="554" r:id="rId4"/>
    <p:sldId id="555" r:id="rId5"/>
    <p:sldId id="567" r:id="rId6"/>
    <p:sldId id="557" r:id="rId7"/>
    <p:sldId id="558" r:id="rId8"/>
    <p:sldId id="470" r:id="rId9"/>
    <p:sldId id="490" r:id="rId10"/>
    <p:sldId id="559" r:id="rId11"/>
    <p:sldId id="561" r:id="rId12"/>
    <p:sldId id="563" r:id="rId13"/>
    <p:sldId id="569" r:id="rId14"/>
    <p:sldId id="549" r:id="rId15"/>
    <p:sldId id="553" r:id="rId16"/>
    <p:sldId id="551" r:id="rId17"/>
    <p:sldId id="529" r:id="rId18"/>
    <p:sldId id="548" r:id="rId19"/>
    <p:sldId id="543" r:id="rId20"/>
    <p:sldId id="546" r:id="rId21"/>
    <p:sldId id="456" r:id="rId22"/>
    <p:sldId id="400" r:id="rId23"/>
  </p:sldIdLst>
  <p:sldSz cx="12192000" cy="6858000"/>
  <p:notesSz cx="6735763" cy="9866313"/>
  <p:defaultTextStyle>
    <a:defPPr>
      <a:defRPr lang="ja-JP"/>
    </a:defPPr>
    <a:lvl1pPr marL="0" algn="l" defTabSz="914363" rtl="0" eaLnBrk="1" latinLnBrk="0" hangingPunct="1">
      <a:defRPr kumimoji="1" sz="1800" kern="1200">
        <a:solidFill>
          <a:schemeClr val="tx1"/>
        </a:solidFill>
        <a:latin typeface="+mn-lt"/>
        <a:ea typeface="+mn-ea"/>
        <a:cs typeface="+mn-cs"/>
      </a:defRPr>
    </a:lvl1pPr>
    <a:lvl2pPr marL="457182" algn="l" defTabSz="914363" rtl="0" eaLnBrk="1" latinLnBrk="0" hangingPunct="1">
      <a:defRPr kumimoji="1" sz="1800" kern="1200">
        <a:solidFill>
          <a:schemeClr val="tx1"/>
        </a:solidFill>
        <a:latin typeface="+mn-lt"/>
        <a:ea typeface="+mn-ea"/>
        <a:cs typeface="+mn-cs"/>
      </a:defRPr>
    </a:lvl2pPr>
    <a:lvl3pPr marL="914363" algn="l" defTabSz="914363" rtl="0" eaLnBrk="1" latinLnBrk="0" hangingPunct="1">
      <a:defRPr kumimoji="1" sz="1800" kern="1200">
        <a:solidFill>
          <a:schemeClr val="tx1"/>
        </a:solidFill>
        <a:latin typeface="+mn-lt"/>
        <a:ea typeface="+mn-ea"/>
        <a:cs typeface="+mn-cs"/>
      </a:defRPr>
    </a:lvl3pPr>
    <a:lvl4pPr marL="1371545" algn="l" defTabSz="914363" rtl="0" eaLnBrk="1" latinLnBrk="0" hangingPunct="1">
      <a:defRPr kumimoji="1" sz="1800" kern="1200">
        <a:solidFill>
          <a:schemeClr val="tx1"/>
        </a:solidFill>
        <a:latin typeface="+mn-lt"/>
        <a:ea typeface="+mn-ea"/>
        <a:cs typeface="+mn-cs"/>
      </a:defRPr>
    </a:lvl4pPr>
    <a:lvl5pPr marL="1828727" algn="l" defTabSz="914363" rtl="0" eaLnBrk="1" latinLnBrk="0" hangingPunct="1">
      <a:defRPr kumimoji="1" sz="1800" kern="1200">
        <a:solidFill>
          <a:schemeClr val="tx1"/>
        </a:solidFill>
        <a:latin typeface="+mn-lt"/>
        <a:ea typeface="+mn-ea"/>
        <a:cs typeface="+mn-cs"/>
      </a:defRPr>
    </a:lvl5pPr>
    <a:lvl6pPr marL="2285909" algn="l" defTabSz="914363" rtl="0" eaLnBrk="1" latinLnBrk="0" hangingPunct="1">
      <a:defRPr kumimoji="1" sz="1800" kern="1200">
        <a:solidFill>
          <a:schemeClr val="tx1"/>
        </a:solidFill>
        <a:latin typeface="+mn-lt"/>
        <a:ea typeface="+mn-ea"/>
        <a:cs typeface="+mn-cs"/>
      </a:defRPr>
    </a:lvl6pPr>
    <a:lvl7pPr marL="2743090" algn="l" defTabSz="914363" rtl="0" eaLnBrk="1" latinLnBrk="0" hangingPunct="1">
      <a:defRPr kumimoji="1" sz="1800" kern="1200">
        <a:solidFill>
          <a:schemeClr val="tx1"/>
        </a:solidFill>
        <a:latin typeface="+mn-lt"/>
        <a:ea typeface="+mn-ea"/>
        <a:cs typeface="+mn-cs"/>
      </a:defRPr>
    </a:lvl7pPr>
    <a:lvl8pPr marL="3200272" algn="l" defTabSz="914363" rtl="0" eaLnBrk="1" latinLnBrk="0" hangingPunct="1">
      <a:defRPr kumimoji="1" sz="1800" kern="1200">
        <a:solidFill>
          <a:schemeClr val="tx1"/>
        </a:solidFill>
        <a:latin typeface="+mn-lt"/>
        <a:ea typeface="+mn-ea"/>
        <a:cs typeface="+mn-cs"/>
      </a:defRPr>
    </a:lvl8pPr>
    <a:lvl9pPr marL="3657454" algn="l" defTabSz="914363"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0DB07BF6-CD66-4D40-AAEA-0FAAF4F901BD}">
          <p14:sldIdLst>
            <p14:sldId id="459"/>
            <p14:sldId id="444"/>
            <p14:sldId id="554"/>
            <p14:sldId id="555"/>
            <p14:sldId id="567"/>
            <p14:sldId id="557"/>
            <p14:sldId id="558"/>
            <p14:sldId id="470"/>
            <p14:sldId id="490"/>
            <p14:sldId id="559"/>
            <p14:sldId id="561"/>
            <p14:sldId id="563"/>
            <p14:sldId id="569"/>
            <p14:sldId id="549"/>
            <p14:sldId id="553"/>
            <p14:sldId id="551"/>
            <p14:sldId id="529"/>
            <p14:sldId id="548"/>
            <p14:sldId id="543"/>
            <p14:sldId id="546"/>
            <p14:sldId id="456"/>
            <p14:sldId id="400"/>
          </p14:sldIdLst>
        </p14:section>
      </p14:sectionLst>
    </p:ext>
    <p:ext uri="{EFAFB233-063F-42B5-8137-9DF3F51BA10A}">
      <p15:sldGuideLst xmlns:p15="http://schemas.microsoft.com/office/powerpoint/2012/main">
        <p15:guide id="1" orient="horz" userDrawn="1">
          <p15:clr>
            <a:srgbClr val="A4A3A4"/>
          </p15:clr>
        </p15:guide>
        <p15:guide id="2"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細谷 和正" initials="細谷" lastIdx="1" clrIdx="0">
    <p:extLst>
      <p:ext uri="{19B8F6BF-5375-455C-9EA6-DF929625EA0E}">
        <p15:presenceInfo xmlns:p15="http://schemas.microsoft.com/office/powerpoint/2012/main" userId="S-1-5-21-2558828425-1514282643-2226991122-302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E2D6"/>
    <a:srgbClr val="EEB0B0"/>
    <a:srgbClr val="ECF4F8"/>
    <a:srgbClr val="FCFEFE"/>
    <a:srgbClr val="E5F3F5"/>
    <a:srgbClr val="DF6363"/>
    <a:srgbClr val="9C2020"/>
    <a:srgbClr val="E37777"/>
    <a:srgbClr val="F8E0E0"/>
    <a:srgbClr val="F2C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8B1032C-EA38-4F05-BA0D-38AFFFC7BED3}" styleName="淡色スタイル 3 - アクセント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8FB837D-C827-4EFA-A057-4D05807E0F7C}" styleName="テーマ スタイル 1 - アクセント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10A1B5D5-9B99-4C35-A422-299274C87663}" styleName="中間スタイル 1 - アクセント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E25E649-3F16-4E02-A733-19D2CDBF48F0}" styleName="中間スタイル 3 - アクセント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599" autoAdjust="0"/>
    <p:restoredTop sz="93728" autoAdjust="0"/>
  </p:normalViewPr>
  <p:slideViewPr>
    <p:cSldViewPr snapToGrid="0">
      <p:cViewPr varScale="1">
        <p:scale>
          <a:sx n="86" d="100"/>
          <a:sy n="86" d="100"/>
        </p:scale>
        <p:origin x="763" y="72"/>
      </p:cViewPr>
      <p:guideLst>
        <p:guide orient="horz"/>
        <p:guide/>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79" d="100"/>
          <a:sy n="79" d="100"/>
        </p:scale>
        <p:origin x="2778"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19413" cy="4953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14763" y="0"/>
            <a:ext cx="2919412" cy="495300"/>
          </a:xfrm>
          <a:prstGeom prst="rect">
            <a:avLst/>
          </a:prstGeom>
        </p:spPr>
        <p:txBody>
          <a:bodyPr vert="horz" lIns="91440" tIns="45720" rIns="91440" bIns="45720" rtlCol="0"/>
          <a:lstStyle>
            <a:lvl1pPr algn="r">
              <a:defRPr sz="1200"/>
            </a:lvl1pPr>
          </a:lstStyle>
          <a:p>
            <a:fld id="{17B8180D-4CB7-4DDD-B893-F44C7D5A976A}" type="datetimeFigureOut">
              <a:rPr kumimoji="1" lang="ja-JP" altLang="en-US" smtClean="0"/>
              <a:t>2025/7/3</a:t>
            </a:fld>
            <a:endParaRPr kumimoji="1" lang="ja-JP" altLang="en-US"/>
          </a:p>
        </p:txBody>
      </p:sp>
      <p:sp>
        <p:nvSpPr>
          <p:cNvPr id="4" name="フッター プレースホルダー 3"/>
          <p:cNvSpPr>
            <a:spLocks noGrp="1"/>
          </p:cNvSpPr>
          <p:nvPr>
            <p:ph type="ftr" sz="quarter" idx="2"/>
          </p:nvPr>
        </p:nvSpPr>
        <p:spPr>
          <a:xfrm>
            <a:off x="0" y="9371013"/>
            <a:ext cx="2919413" cy="495300"/>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14763" y="9371013"/>
            <a:ext cx="2919412" cy="495300"/>
          </a:xfrm>
          <a:prstGeom prst="rect">
            <a:avLst/>
          </a:prstGeom>
        </p:spPr>
        <p:txBody>
          <a:bodyPr vert="horz" lIns="91440" tIns="45720" rIns="91440" bIns="45720" rtlCol="0" anchor="b"/>
          <a:lstStyle>
            <a:lvl1pPr algn="r">
              <a:defRPr sz="1200"/>
            </a:lvl1pPr>
          </a:lstStyle>
          <a:p>
            <a:fld id="{C1BEE94F-10BD-4213-B27F-09C9919B9130}" type="slidenum">
              <a:rPr kumimoji="1" lang="ja-JP" altLang="en-US" smtClean="0"/>
              <a:t>‹#›</a:t>
            </a:fld>
            <a:endParaRPr kumimoji="1" lang="ja-JP" altLang="en-US"/>
          </a:p>
        </p:txBody>
      </p:sp>
    </p:spTree>
    <p:extLst>
      <p:ext uri="{BB962C8B-B14F-4D97-AF65-F5344CB8AC3E}">
        <p14:creationId xmlns:p14="http://schemas.microsoft.com/office/powerpoint/2010/main" val="422688036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18831" cy="495029"/>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15373" y="0"/>
            <a:ext cx="2918831" cy="495029"/>
          </a:xfrm>
          <a:prstGeom prst="rect">
            <a:avLst/>
          </a:prstGeom>
        </p:spPr>
        <p:txBody>
          <a:bodyPr vert="horz" lIns="91440" tIns="45720" rIns="91440" bIns="45720" rtlCol="0"/>
          <a:lstStyle>
            <a:lvl1pPr algn="r">
              <a:defRPr sz="1200"/>
            </a:lvl1pPr>
          </a:lstStyle>
          <a:p>
            <a:fld id="{F3919705-7D23-412F-BE57-9FA111D0AAA2}" type="datetimeFigureOut">
              <a:rPr kumimoji="1" lang="ja-JP" altLang="en-US" smtClean="0"/>
              <a:t>2025/7/3</a:t>
            </a:fld>
            <a:endParaRPr kumimoji="1" lang="ja-JP" altLang="en-US"/>
          </a:p>
        </p:txBody>
      </p:sp>
      <p:sp>
        <p:nvSpPr>
          <p:cNvPr id="4" name="スライド イメージ プレースホルダー 3"/>
          <p:cNvSpPr>
            <a:spLocks noGrp="1" noRot="1" noChangeAspect="1"/>
          </p:cNvSpPr>
          <p:nvPr>
            <p:ph type="sldImg" idx="2"/>
          </p:nvPr>
        </p:nvSpPr>
        <p:spPr>
          <a:xfrm>
            <a:off x="409575" y="1233488"/>
            <a:ext cx="5916613" cy="3328987"/>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73577" y="4748163"/>
            <a:ext cx="5388610" cy="3884861"/>
          </a:xfrm>
          <a:prstGeom prst="rect">
            <a:avLst/>
          </a:prstGeom>
        </p:spPr>
        <p:txBody>
          <a:bodyPr vert="horz" lIns="91440" tIns="45720" rIns="91440" bIns="45720" rtlCol="0"/>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ー 5"/>
          <p:cNvSpPr>
            <a:spLocks noGrp="1"/>
          </p:cNvSpPr>
          <p:nvPr>
            <p:ph type="ftr" sz="quarter" idx="4"/>
          </p:nvPr>
        </p:nvSpPr>
        <p:spPr>
          <a:xfrm>
            <a:off x="0" y="9371286"/>
            <a:ext cx="2918831" cy="495028"/>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15373" y="9371286"/>
            <a:ext cx="2918831" cy="495028"/>
          </a:xfrm>
          <a:prstGeom prst="rect">
            <a:avLst/>
          </a:prstGeom>
        </p:spPr>
        <p:txBody>
          <a:bodyPr vert="horz" lIns="91440" tIns="45720" rIns="91440" bIns="45720" rtlCol="0" anchor="b"/>
          <a:lstStyle>
            <a:lvl1pPr algn="r">
              <a:defRPr sz="1200"/>
            </a:lvl1pPr>
          </a:lstStyle>
          <a:p>
            <a:fld id="{5B216D48-E788-4618-BC62-403B3669CF12}" type="slidenum">
              <a:rPr kumimoji="1" lang="ja-JP" altLang="en-US" smtClean="0"/>
              <a:t>‹#›</a:t>
            </a:fld>
            <a:endParaRPr kumimoji="1" lang="ja-JP" altLang="en-US"/>
          </a:p>
        </p:txBody>
      </p:sp>
    </p:spTree>
    <p:extLst>
      <p:ext uri="{BB962C8B-B14F-4D97-AF65-F5344CB8AC3E}">
        <p14:creationId xmlns:p14="http://schemas.microsoft.com/office/powerpoint/2010/main" val="1574616276"/>
      </p:ext>
    </p:extLst>
  </p:cSld>
  <p:clrMap bg1="lt1" tx1="dk1" bg2="lt2" tx2="dk2" accent1="accent1" accent2="accent2" accent3="accent3" accent4="accent4" accent5="accent5" accent6="accent6" hlink="hlink" folHlink="folHlink"/>
  <p:notesStyle>
    <a:lvl1pPr marL="0" algn="l" defTabSz="914363" rtl="0" eaLnBrk="1" latinLnBrk="0" hangingPunct="1">
      <a:defRPr kumimoji="1" sz="1200" kern="1200">
        <a:solidFill>
          <a:schemeClr val="tx1"/>
        </a:solidFill>
        <a:latin typeface="+mn-lt"/>
        <a:ea typeface="+mn-ea"/>
        <a:cs typeface="+mn-cs"/>
      </a:defRPr>
    </a:lvl1pPr>
    <a:lvl2pPr marL="457182" algn="l" defTabSz="914363" rtl="0" eaLnBrk="1" latinLnBrk="0" hangingPunct="1">
      <a:defRPr kumimoji="1" sz="1200" kern="1200">
        <a:solidFill>
          <a:schemeClr val="tx1"/>
        </a:solidFill>
        <a:latin typeface="+mn-lt"/>
        <a:ea typeface="+mn-ea"/>
        <a:cs typeface="+mn-cs"/>
      </a:defRPr>
    </a:lvl2pPr>
    <a:lvl3pPr marL="914363" algn="l" defTabSz="914363" rtl="0" eaLnBrk="1" latinLnBrk="0" hangingPunct="1">
      <a:defRPr kumimoji="1" sz="1200" kern="1200">
        <a:solidFill>
          <a:schemeClr val="tx1"/>
        </a:solidFill>
        <a:latin typeface="+mn-lt"/>
        <a:ea typeface="+mn-ea"/>
        <a:cs typeface="+mn-cs"/>
      </a:defRPr>
    </a:lvl3pPr>
    <a:lvl4pPr marL="1371545" algn="l" defTabSz="914363" rtl="0" eaLnBrk="1" latinLnBrk="0" hangingPunct="1">
      <a:defRPr kumimoji="1" sz="1200" kern="1200">
        <a:solidFill>
          <a:schemeClr val="tx1"/>
        </a:solidFill>
        <a:latin typeface="+mn-lt"/>
        <a:ea typeface="+mn-ea"/>
        <a:cs typeface="+mn-cs"/>
      </a:defRPr>
    </a:lvl4pPr>
    <a:lvl5pPr marL="1828727" algn="l" defTabSz="914363" rtl="0" eaLnBrk="1" latinLnBrk="0" hangingPunct="1">
      <a:defRPr kumimoji="1" sz="1200" kern="1200">
        <a:solidFill>
          <a:schemeClr val="tx1"/>
        </a:solidFill>
        <a:latin typeface="+mn-lt"/>
        <a:ea typeface="+mn-ea"/>
        <a:cs typeface="+mn-cs"/>
      </a:defRPr>
    </a:lvl5pPr>
    <a:lvl6pPr marL="2285909" algn="l" defTabSz="914363" rtl="0" eaLnBrk="1" latinLnBrk="0" hangingPunct="1">
      <a:defRPr kumimoji="1" sz="1200" kern="1200">
        <a:solidFill>
          <a:schemeClr val="tx1"/>
        </a:solidFill>
        <a:latin typeface="+mn-lt"/>
        <a:ea typeface="+mn-ea"/>
        <a:cs typeface="+mn-cs"/>
      </a:defRPr>
    </a:lvl6pPr>
    <a:lvl7pPr marL="2743090" algn="l" defTabSz="914363" rtl="0" eaLnBrk="1" latinLnBrk="0" hangingPunct="1">
      <a:defRPr kumimoji="1" sz="1200" kern="1200">
        <a:solidFill>
          <a:schemeClr val="tx1"/>
        </a:solidFill>
        <a:latin typeface="+mn-lt"/>
        <a:ea typeface="+mn-ea"/>
        <a:cs typeface="+mn-cs"/>
      </a:defRPr>
    </a:lvl7pPr>
    <a:lvl8pPr marL="3200272" algn="l" defTabSz="914363" rtl="0" eaLnBrk="1" latinLnBrk="0" hangingPunct="1">
      <a:defRPr kumimoji="1" sz="1200" kern="1200">
        <a:solidFill>
          <a:schemeClr val="tx1"/>
        </a:solidFill>
        <a:latin typeface="+mn-lt"/>
        <a:ea typeface="+mn-ea"/>
        <a:cs typeface="+mn-cs"/>
      </a:defRPr>
    </a:lvl8pPr>
    <a:lvl9pPr marL="3657454" algn="l" defTabSz="914363"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セクション見出し">
    <p:spTree>
      <p:nvGrpSpPr>
        <p:cNvPr id="1" name=""/>
        <p:cNvGrpSpPr/>
        <p:nvPr/>
      </p:nvGrpSpPr>
      <p:grpSpPr>
        <a:xfrm>
          <a:off x="0" y="0"/>
          <a:ext cx="0" cy="0"/>
          <a:chOff x="0" y="0"/>
          <a:chExt cx="0" cy="0"/>
        </a:xfrm>
      </p:grpSpPr>
      <p:sp>
        <p:nvSpPr>
          <p:cNvPr id="13" name="正方形/長方形 12"/>
          <p:cNvSpPr/>
          <p:nvPr userDrawn="1"/>
        </p:nvSpPr>
        <p:spPr>
          <a:xfrm>
            <a:off x="436604" y="413552"/>
            <a:ext cx="11294075" cy="5845989"/>
          </a:xfrm>
          <a:prstGeom prst="rect">
            <a:avLst/>
          </a:prstGeom>
          <a:pattFill prst="lgGrid">
            <a:fgClr>
              <a:schemeClr val="accent6">
                <a:lumMod val="40000"/>
                <a:lumOff val="60000"/>
              </a:schemeClr>
            </a:fgClr>
            <a:bgClr>
              <a:schemeClr val="bg1"/>
            </a:bgClr>
          </a:patt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3" name="テキスト プレースホルダー 2"/>
          <p:cNvSpPr>
            <a:spLocks noGrp="1"/>
          </p:cNvSpPr>
          <p:nvPr>
            <p:ph type="body" idx="1"/>
          </p:nvPr>
        </p:nvSpPr>
        <p:spPr>
          <a:xfrm>
            <a:off x="7775798" y="5076202"/>
            <a:ext cx="3954881" cy="1183070"/>
          </a:xfrm>
          <a:prstGeom prst="rect">
            <a:avLst/>
          </a:prstGeom>
        </p:spPr>
        <p:txBody>
          <a:bodyPr>
            <a:normAutofit/>
          </a:bodyPr>
          <a:lstStyle>
            <a:lvl1pPr marL="0" indent="0">
              <a:buNone/>
              <a:defRPr sz="2400">
                <a:solidFill>
                  <a:schemeClr val="tx1">
                    <a:lumMod val="75000"/>
                    <a:lumOff val="25000"/>
                  </a:schemeClr>
                </a:solidFill>
                <a:latin typeface="Meiryo UI" panose="020B0604030504040204" pitchFamily="50" charset="-128"/>
                <a:ea typeface="Meiryo UI" panose="020B0604030504040204" pitchFamily="50" charset="-128"/>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dirty="0" smtClean="0"/>
              <a:t>マスター テキストの書式設定</a:t>
            </a:r>
          </a:p>
        </p:txBody>
      </p:sp>
      <p:sp>
        <p:nvSpPr>
          <p:cNvPr id="10" name="テキスト ボックス 9"/>
          <p:cNvSpPr txBox="1"/>
          <p:nvPr userDrawn="1"/>
        </p:nvSpPr>
        <p:spPr>
          <a:xfrm>
            <a:off x="436605" y="6456841"/>
            <a:ext cx="4836149"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smtClean="0">
                <a:ln>
                  <a:noFill/>
                </a:ln>
                <a:solidFill>
                  <a:prstClr val="black">
                    <a:lumMod val="50000"/>
                    <a:lumOff val="50000"/>
                  </a:prstClr>
                </a:solidFill>
                <a:effectLst/>
                <a:uLnTx/>
                <a:uFillTx/>
                <a:latin typeface="Meiryo UI" panose="020B0604030504040204" pitchFamily="50" charset="-128"/>
                <a:ea typeface="Meiryo UI" panose="020B0604030504040204" pitchFamily="50" charset="-128"/>
                <a:cs typeface="+mn-cs"/>
              </a:rPr>
              <a:t>©2025 SMS DataTech Corporation. All rights reserved.</a:t>
            </a:r>
            <a:endParaRPr kumimoji="1" lang="ja-JP" altLang="en-US" sz="1200" b="0" i="0" u="none" strike="noStrike" kern="1200" cap="none" spc="0" normalizeH="0" baseline="0" noProof="0" dirty="0" smtClean="0">
              <a:ln>
                <a:noFill/>
              </a:ln>
              <a:solidFill>
                <a:prstClr val="black">
                  <a:lumMod val="50000"/>
                  <a:lumOff val="50000"/>
                </a:prstClr>
              </a:solidFill>
              <a:effectLst/>
              <a:uLnTx/>
              <a:uFillTx/>
              <a:latin typeface="Meiryo UI" panose="020B0604030504040204" pitchFamily="50" charset="-128"/>
              <a:ea typeface="Meiryo UI" panose="020B0604030504040204" pitchFamily="50" charset="-128"/>
              <a:cs typeface="+mn-cs"/>
            </a:endParaRPr>
          </a:p>
        </p:txBody>
      </p:sp>
      <p:sp>
        <p:nvSpPr>
          <p:cNvPr id="11" name="スライド番号プレースホルダー 5"/>
          <p:cNvSpPr txBox="1">
            <a:spLocks/>
          </p:cNvSpPr>
          <p:nvPr userDrawn="1"/>
        </p:nvSpPr>
        <p:spPr>
          <a:xfrm>
            <a:off x="11077831" y="6456841"/>
            <a:ext cx="652849" cy="276999"/>
          </a:xfrm>
          <a:prstGeom prst="rect">
            <a:avLst/>
          </a:prstGeom>
        </p:spPr>
        <p:txBody>
          <a:bodyPr vert="horz" lIns="91440" tIns="45720" rIns="91440" bIns="45720" rtlCol="0" anchor="ctr"/>
          <a:lstStyle>
            <a:defPPr>
              <a:defRPr lang="ja-JP"/>
            </a:defPPr>
            <a:lvl1pPr marL="0" algn="r" defTabSz="914400" rtl="0" eaLnBrk="1" latinLnBrk="0" hangingPunct="1">
              <a:defRPr kumimoji="1" sz="1200" kern="1200">
                <a:solidFill>
                  <a:schemeClr val="tx1">
                    <a:tint val="7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AF98734-114E-45B6-80CD-FD793471D87D}" type="slidenum">
              <a:rPr kumimoji="1" lang="ja-JP" altLang="en-US" sz="1200" b="0" i="0" u="none" strike="noStrike" kern="1200" cap="none" spc="0" normalizeH="0" baseline="0" noProof="0" smtClean="0">
                <a:ln>
                  <a:noFill/>
                </a:ln>
                <a:solidFill>
                  <a:prstClr val="black">
                    <a:tint val="75000"/>
                  </a:prstClr>
                </a:solidFill>
                <a:effectLst/>
                <a:uLnTx/>
                <a:uFillTx/>
                <a:latin typeface="Meiryo UI" panose="020B0604030504040204" pitchFamily="50" charset="-128"/>
                <a:ea typeface="Meiryo UI" panose="020B0604030504040204" pitchFamily="50" charset="-128"/>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1" lang="ja-JP" altLang="en-US" sz="1200" b="0" i="0" u="none" strike="noStrike" kern="1200" cap="none" spc="0" normalizeH="0" baseline="0" noProof="0" dirty="0">
              <a:ln>
                <a:noFill/>
              </a:ln>
              <a:solidFill>
                <a:prstClr val="black">
                  <a:tint val="75000"/>
                </a:prstClr>
              </a:solidFill>
              <a:effectLst/>
              <a:uLnTx/>
              <a:uFillTx/>
              <a:latin typeface="Meiryo UI" panose="020B0604030504040204" pitchFamily="50" charset="-128"/>
              <a:ea typeface="Meiryo UI" panose="020B0604030504040204" pitchFamily="50" charset="-128"/>
              <a:cs typeface="+mn-cs"/>
            </a:endParaRPr>
          </a:p>
        </p:txBody>
      </p:sp>
      <p:sp>
        <p:nvSpPr>
          <p:cNvPr id="4" name="直角三角形 3"/>
          <p:cNvSpPr/>
          <p:nvPr userDrawn="1"/>
        </p:nvSpPr>
        <p:spPr>
          <a:xfrm rot="5400000">
            <a:off x="5814011" y="1797283"/>
            <a:ext cx="5845989" cy="3077451"/>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p:cNvSpPr/>
          <p:nvPr userDrawn="1"/>
        </p:nvSpPr>
        <p:spPr>
          <a:xfrm>
            <a:off x="436603" y="413552"/>
            <a:ext cx="6761677" cy="5845989"/>
          </a:xfrm>
          <a:prstGeom prst="rect">
            <a:avLst/>
          </a:prstGeom>
          <a:solidFill>
            <a:schemeClr val="accent6">
              <a:lumMod val="60000"/>
              <a:lumOff val="40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2" name="タイトル 1"/>
          <p:cNvSpPr>
            <a:spLocks noGrp="1"/>
          </p:cNvSpPr>
          <p:nvPr>
            <p:ph type="title" hasCustomPrompt="1"/>
          </p:nvPr>
        </p:nvSpPr>
        <p:spPr>
          <a:xfrm>
            <a:off x="619031" y="1921205"/>
            <a:ext cx="10458800" cy="1734522"/>
          </a:xfrm>
          <a:prstGeom prst="rect">
            <a:avLst/>
          </a:prstGeom>
        </p:spPr>
        <p:txBody>
          <a:bodyPr anchor="b">
            <a:noAutofit/>
          </a:bodyPr>
          <a:lstStyle>
            <a:lvl1pPr>
              <a:defRPr sz="6600" b="1">
                <a:solidFill>
                  <a:schemeClr val="bg1"/>
                </a:solidFill>
                <a:latin typeface="Meiryo UI" panose="020B0604030504040204" pitchFamily="50" charset="-128"/>
                <a:ea typeface="Meiryo UI" panose="020B0604030504040204" pitchFamily="50" charset="-128"/>
              </a:defRPr>
            </a:lvl1pPr>
          </a:lstStyle>
          <a:p>
            <a:r>
              <a:rPr kumimoji="1" lang="ja-JP" altLang="en-US" dirty="0" smtClean="0"/>
              <a:t>マスター タイトルの</a:t>
            </a:r>
            <a:r>
              <a:rPr kumimoji="1" lang="en-US" altLang="ja-JP" dirty="0" smtClean="0"/>
              <a:t/>
            </a:r>
            <a:br>
              <a:rPr kumimoji="1" lang="en-US" altLang="ja-JP" dirty="0" smtClean="0"/>
            </a:br>
            <a:r>
              <a:rPr kumimoji="1" lang="ja-JP" altLang="en-US" dirty="0" smtClean="0"/>
              <a:t>書式設定</a:t>
            </a:r>
            <a:endParaRPr kumimoji="1" lang="ja-JP" altLang="en-US" dirty="0"/>
          </a:p>
        </p:txBody>
      </p:sp>
    </p:spTree>
    <p:extLst>
      <p:ext uri="{BB962C8B-B14F-4D97-AF65-F5344CB8AC3E}">
        <p14:creationId xmlns:p14="http://schemas.microsoft.com/office/powerpoint/2010/main" val="891805099"/>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9_セクション見出し">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13" name="正方形/長方形 12"/>
          <p:cNvSpPr/>
          <p:nvPr userDrawn="1"/>
        </p:nvSpPr>
        <p:spPr>
          <a:xfrm>
            <a:off x="448963" y="407356"/>
            <a:ext cx="11294075" cy="6043289"/>
          </a:xfrm>
          <a:prstGeom prst="rect">
            <a:avLst/>
          </a:prstGeom>
          <a:solidFill>
            <a:schemeClr val="bg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0" name="テキスト ボックス 9"/>
          <p:cNvSpPr txBox="1"/>
          <p:nvPr userDrawn="1"/>
        </p:nvSpPr>
        <p:spPr>
          <a:xfrm>
            <a:off x="436605" y="6456841"/>
            <a:ext cx="4836149"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smtClean="0">
                <a:ln>
                  <a:noFill/>
                </a:ln>
                <a:solidFill>
                  <a:prstClr val="black">
                    <a:lumMod val="50000"/>
                    <a:lumOff val="50000"/>
                  </a:prstClr>
                </a:solidFill>
                <a:effectLst/>
                <a:uLnTx/>
                <a:uFillTx/>
                <a:latin typeface="Meiryo UI" panose="020B0604030504040204" pitchFamily="50" charset="-128"/>
                <a:ea typeface="Meiryo UI" panose="020B0604030504040204" pitchFamily="50" charset="-128"/>
                <a:cs typeface="+mn-cs"/>
              </a:rPr>
              <a:t>©2025 SMS DataTech Corporation. All rights reserved.</a:t>
            </a:r>
            <a:endParaRPr kumimoji="1" lang="ja-JP" altLang="en-US" sz="1200" b="0" i="0" u="none" strike="noStrike" kern="1200" cap="none" spc="0" normalizeH="0" baseline="0" noProof="0" dirty="0" smtClean="0">
              <a:ln>
                <a:noFill/>
              </a:ln>
              <a:solidFill>
                <a:prstClr val="black">
                  <a:lumMod val="50000"/>
                  <a:lumOff val="50000"/>
                </a:prstClr>
              </a:solidFill>
              <a:effectLst/>
              <a:uLnTx/>
              <a:uFillTx/>
              <a:latin typeface="Meiryo UI" panose="020B0604030504040204" pitchFamily="50" charset="-128"/>
              <a:ea typeface="Meiryo UI" panose="020B0604030504040204" pitchFamily="50" charset="-128"/>
              <a:cs typeface="+mn-cs"/>
            </a:endParaRPr>
          </a:p>
        </p:txBody>
      </p:sp>
      <p:sp>
        <p:nvSpPr>
          <p:cNvPr id="11" name="スライド番号プレースホルダー 5"/>
          <p:cNvSpPr txBox="1">
            <a:spLocks/>
          </p:cNvSpPr>
          <p:nvPr userDrawn="1"/>
        </p:nvSpPr>
        <p:spPr>
          <a:xfrm>
            <a:off x="11077831" y="6456841"/>
            <a:ext cx="652849" cy="276999"/>
          </a:xfrm>
          <a:prstGeom prst="rect">
            <a:avLst/>
          </a:prstGeom>
        </p:spPr>
        <p:txBody>
          <a:bodyPr vert="horz" lIns="91440" tIns="45720" rIns="91440" bIns="45720" rtlCol="0" anchor="ctr"/>
          <a:lstStyle>
            <a:defPPr>
              <a:defRPr lang="ja-JP"/>
            </a:defPPr>
            <a:lvl1pPr marL="0" algn="r" defTabSz="914400" rtl="0" eaLnBrk="1" latinLnBrk="0" hangingPunct="1">
              <a:defRPr kumimoji="1" sz="1200" kern="1200">
                <a:solidFill>
                  <a:schemeClr val="tx1">
                    <a:tint val="7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AF98734-114E-45B6-80CD-FD793471D87D}" type="slidenum">
              <a:rPr kumimoji="1" lang="ja-JP" altLang="en-US" sz="1200" b="0" i="0" u="none" strike="noStrike" kern="1200" cap="none" spc="0" normalizeH="0" baseline="0" noProof="0" smtClean="0">
                <a:ln>
                  <a:noFill/>
                </a:ln>
                <a:solidFill>
                  <a:prstClr val="black">
                    <a:tint val="75000"/>
                  </a:prstClr>
                </a:solidFill>
                <a:effectLst/>
                <a:uLnTx/>
                <a:uFillTx/>
                <a:latin typeface="Meiryo UI" panose="020B0604030504040204" pitchFamily="50" charset="-128"/>
                <a:ea typeface="Meiryo UI" panose="020B0604030504040204" pitchFamily="50" charset="-128"/>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1" lang="ja-JP" altLang="en-US" sz="1200" b="0" i="0" u="none" strike="noStrike" kern="1200" cap="none" spc="0" normalizeH="0" baseline="0" noProof="0" dirty="0">
              <a:ln>
                <a:noFill/>
              </a:ln>
              <a:solidFill>
                <a:prstClr val="black">
                  <a:tint val="75000"/>
                </a:prstClr>
              </a:solidFill>
              <a:effectLst/>
              <a:uLnTx/>
              <a:uFillTx/>
              <a:latin typeface="Meiryo UI" panose="020B0604030504040204" pitchFamily="50" charset="-128"/>
              <a:ea typeface="Meiryo UI" panose="020B0604030504040204" pitchFamily="50" charset="-128"/>
              <a:cs typeface="+mn-cs"/>
            </a:endParaRPr>
          </a:p>
        </p:txBody>
      </p:sp>
      <p:cxnSp>
        <p:nvCxnSpPr>
          <p:cNvPr id="6" name="直線コネクタ 5"/>
          <p:cNvCxnSpPr/>
          <p:nvPr userDrawn="1"/>
        </p:nvCxnSpPr>
        <p:spPr>
          <a:xfrm>
            <a:off x="732135" y="1642595"/>
            <a:ext cx="10345696" cy="0"/>
          </a:xfrm>
          <a:prstGeom prst="line">
            <a:avLst/>
          </a:prstGeom>
          <a:ln w="12700">
            <a:solidFill>
              <a:schemeClr val="accent6">
                <a:lumMod val="60000"/>
                <a:lumOff val="40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01204930"/>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4_セクション見出し">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7" name="正方形/長方形 6"/>
          <p:cNvSpPr/>
          <p:nvPr userDrawn="1"/>
        </p:nvSpPr>
        <p:spPr>
          <a:xfrm>
            <a:off x="448963" y="407356"/>
            <a:ext cx="11294075" cy="6043289"/>
          </a:xfrm>
          <a:prstGeom prst="rect">
            <a:avLst/>
          </a:prstGeom>
          <a:solidFill>
            <a:schemeClr val="bg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0" name="テキスト ボックス 9"/>
          <p:cNvSpPr txBox="1"/>
          <p:nvPr userDrawn="1"/>
        </p:nvSpPr>
        <p:spPr>
          <a:xfrm>
            <a:off x="436605" y="6456841"/>
            <a:ext cx="4836149"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smtClean="0">
                <a:ln>
                  <a:noFill/>
                </a:ln>
                <a:solidFill>
                  <a:prstClr val="black">
                    <a:lumMod val="50000"/>
                    <a:lumOff val="50000"/>
                  </a:prstClr>
                </a:solidFill>
                <a:effectLst/>
                <a:uLnTx/>
                <a:uFillTx/>
                <a:latin typeface="Meiryo UI" panose="020B0604030504040204" pitchFamily="50" charset="-128"/>
                <a:ea typeface="Meiryo UI" panose="020B0604030504040204" pitchFamily="50" charset="-128"/>
                <a:cs typeface="+mn-cs"/>
              </a:rPr>
              <a:t>©2025 SMS DataTech Corporation. All rights reserved.</a:t>
            </a:r>
            <a:endParaRPr kumimoji="1" lang="ja-JP" altLang="en-US" sz="1200" b="0" i="0" u="none" strike="noStrike" kern="1200" cap="none" spc="0" normalizeH="0" baseline="0" noProof="0" dirty="0" smtClean="0">
              <a:ln>
                <a:noFill/>
              </a:ln>
              <a:solidFill>
                <a:prstClr val="black">
                  <a:lumMod val="50000"/>
                  <a:lumOff val="50000"/>
                </a:prstClr>
              </a:solidFill>
              <a:effectLst/>
              <a:uLnTx/>
              <a:uFillTx/>
              <a:latin typeface="Meiryo UI" panose="020B0604030504040204" pitchFamily="50" charset="-128"/>
              <a:ea typeface="Meiryo UI" panose="020B0604030504040204" pitchFamily="50" charset="-128"/>
              <a:cs typeface="+mn-cs"/>
            </a:endParaRPr>
          </a:p>
        </p:txBody>
      </p:sp>
      <p:sp>
        <p:nvSpPr>
          <p:cNvPr id="11" name="スライド番号プレースホルダー 5"/>
          <p:cNvSpPr txBox="1">
            <a:spLocks/>
          </p:cNvSpPr>
          <p:nvPr userDrawn="1"/>
        </p:nvSpPr>
        <p:spPr>
          <a:xfrm>
            <a:off x="11077831" y="6456841"/>
            <a:ext cx="652849" cy="276999"/>
          </a:xfrm>
          <a:prstGeom prst="rect">
            <a:avLst/>
          </a:prstGeom>
        </p:spPr>
        <p:txBody>
          <a:bodyPr vert="horz" lIns="91440" tIns="45720" rIns="91440" bIns="45720" rtlCol="0" anchor="ctr"/>
          <a:lstStyle>
            <a:defPPr>
              <a:defRPr lang="ja-JP"/>
            </a:defPPr>
            <a:lvl1pPr marL="0" algn="r" defTabSz="914400" rtl="0" eaLnBrk="1" latinLnBrk="0" hangingPunct="1">
              <a:defRPr kumimoji="1" sz="1200" kern="1200">
                <a:solidFill>
                  <a:schemeClr val="tx1">
                    <a:tint val="7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AF98734-114E-45B6-80CD-FD793471D87D}" type="slidenum">
              <a:rPr kumimoji="1" lang="ja-JP" altLang="en-US" sz="1200" b="0" i="0" u="none" strike="noStrike" kern="1200" cap="none" spc="0" normalizeH="0" baseline="0" noProof="0" smtClean="0">
                <a:ln>
                  <a:noFill/>
                </a:ln>
                <a:solidFill>
                  <a:prstClr val="black">
                    <a:tint val="75000"/>
                  </a:prstClr>
                </a:solidFill>
                <a:effectLst/>
                <a:uLnTx/>
                <a:uFillTx/>
                <a:latin typeface="Meiryo UI" panose="020B0604030504040204" pitchFamily="50" charset="-128"/>
                <a:ea typeface="Meiryo UI" panose="020B0604030504040204" pitchFamily="50" charset="-128"/>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1" lang="ja-JP" altLang="en-US" sz="1200" b="0" i="0" u="none" strike="noStrike" kern="1200" cap="none" spc="0" normalizeH="0" baseline="0" noProof="0" dirty="0">
              <a:ln>
                <a:noFill/>
              </a:ln>
              <a:solidFill>
                <a:prstClr val="black">
                  <a:tint val="75000"/>
                </a:prstClr>
              </a:solidFill>
              <a:effectLst/>
              <a:uLnTx/>
              <a:uFillTx/>
              <a:latin typeface="Meiryo UI" panose="020B0604030504040204" pitchFamily="50" charset="-128"/>
              <a:ea typeface="Meiryo UI" panose="020B0604030504040204" pitchFamily="50" charset="-128"/>
              <a:cs typeface="+mn-cs"/>
            </a:endParaRPr>
          </a:p>
        </p:txBody>
      </p:sp>
      <p:cxnSp>
        <p:nvCxnSpPr>
          <p:cNvPr id="6" name="直線コネクタ 5"/>
          <p:cNvCxnSpPr/>
          <p:nvPr userDrawn="1"/>
        </p:nvCxnSpPr>
        <p:spPr>
          <a:xfrm>
            <a:off x="732135" y="1211671"/>
            <a:ext cx="10345696" cy="0"/>
          </a:xfrm>
          <a:prstGeom prst="line">
            <a:avLst/>
          </a:prstGeom>
          <a:ln w="12700">
            <a:solidFill>
              <a:schemeClr val="accent6">
                <a:lumMod val="40000"/>
                <a:lumOff val="60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73587639"/>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7_セクション見出し">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10" name="テキスト ボックス 9"/>
          <p:cNvSpPr txBox="1"/>
          <p:nvPr userDrawn="1"/>
        </p:nvSpPr>
        <p:spPr>
          <a:xfrm>
            <a:off x="436605" y="6456841"/>
            <a:ext cx="4836149"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smtClean="0">
                <a:ln>
                  <a:noFill/>
                </a:ln>
                <a:solidFill>
                  <a:prstClr val="black">
                    <a:lumMod val="50000"/>
                    <a:lumOff val="50000"/>
                  </a:prstClr>
                </a:solidFill>
                <a:effectLst/>
                <a:uLnTx/>
                <a:uFillTx/>
                <a:latin typeface="Meiryo UI" panose="020B0604030504040204" pitchFamily="50" charset="-128"/>
                <a:ea typeface="Meiryo UI" panose="020B0604030504040204" pitchFamily="50" charset="-128"/>
                <a:cs typeface="+mn-cs"/>
              </a:rPr>
              <a:t>©2025 SMS DataTech Corporation. All rights reserved.</a:t>
            </a:r>
            <a:endParaRPr kumimoji="1" lang="ja-JP" altLang="en-US" sz="1200" b="0" i="0" u="none" strike="noStrike" kern="1200" cap="none" spc="0" normalizeH="0" baseline="0" noProof="0" dirty="0" smtClean="0">
              <a:ln>
                <a:noFill/>
              </a:ln>
              <a:solidFill>
                <a:prstClr val="black">
                  <a:lumMod val="50000"/>
                  <a:lumOff val="50000"/>
                </a:prstClr>
              </a:solidFill>
              <a:effectLst/>
              <a:uLnTx/>
              <a:uFillTx/>
              <a:latin typeface="Meiryo UI" panose="020B0604030504040204" pitchFamily="50" charset="-128"/>
              <a:ea typeface="Meiryo UI" panose="020B0604030504040204" pitchFamily="50" charset="-128"/>
              <a:cs typeface="+mn-cs"/>
            </a:endParaRPr>
          </a:p>
        </p:txBody>
      </p:sp>
      <p:sp>
        <p:nvSpPr>
          <p:cNvPr id="11" name="スライド番号プレースホルダー 5"/>
          <p:cNvSpPr txBox="1">
            <a:spLocks/>
          </p:cNvSpPr>
          <p:nvPr userDrawn="1"/>
        </p:nvSpPr>
        <p:spPr>
          <a:xfrm>
            <a:off x="11077831" y="6456841"/>
            <a:ext cx="652849" cy="276999"/>
          </a:xfrm>
          <a:prstGeom prst="rect">
            <a:avLst/>
          </a:prstGeom>
        </p:spPr>
        <p:txBody>
          <a:bodyPr vert="horz" lIns="91440" tIns="45720" rIns="91440" bIns="45720" rtlCol="0" anchor="ctr"/>
          <a:lstStyle>
            <a:defPPr>
              <a:defRPr lang="ja-JP"/>
            </a:defPPr>
            <a:lvl1pPr marL="0" algn="r" defTabSz="914400" rtl="0" eaLnBrk="1" latinLnBrk="0" hangingPunct="1">
              <a:defRPr kumimoji="1" sz="1200" kern="1200">
                <a:solidFill>
                  <a:schemeClr val="tx1">
                    <a:tint val="7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AF98734-114E-45B6-80CD-FD793471D87D}" type="slidenum">
              <a:rPr kumimoji="1" lang="ja-JP" altLang="en-US" sz="1200" b="0" i="0" u="none" strike="noStrike" kern="1200" cap="none" spc="0" normalizeH="0" baseline="0" noProof="0" smtClean="0">
                <a:ln>
                  <a:noFill/>
                </a:ln>
                <a:solidFill>
                  <a:prstClr val="black">
                    <a:tint val="75000"/>
                  </a:prstClr>
                </a:solidFill>
                <a:effectLst/>
                <a:uLnTx/>
                <a:uFillTx/>
                <a:latin typeface="Meiryo UI" panose="020B0604030504040204" pitchFamily="50" charset="-128"/>
                <a:ea typeface="Meiryo UI" panose="020B0604030504040204" pitchFamily="50" charset="-128"/>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1" lang="ja-JP" altLang="en-US" sz="1200" b="0" i="0" u="none" strike="noStrike" kern="1200" cap="none" spc="0" normalizeH="0" baseline="0" noProof="0" dirty="0">
              <a:ln>
                <a:noFill/>
              </a:ln>
              <a:solidFill>
                <a:prstClr val="black">
                  <a:tint val="75000"/>
                </a:prstClr>
              </a:solidFill>
              <a:effectLst/>
              <a:uLnTx/>
              <a:uFillTx/>
              <a:latin typeface="Meiryo UI" panose="020B0604030504040204" pitchFamily="50" charset="-128"/>
              <a:ea typeface="Meiryo UI" panose="020B0604030504040204" pitchFamily="50" charset="-128"/>
              <a:cs typeface="+mn-cs"/>
            </a:endParaRPr>
          </a:p>
        </p:txBody>
      </p:sp>
      <p:sp>
        <p:nvSpPr>
          <p:cNvPr id="6" name="正方形/長方形 5"/>
          <p:cNvSpPr/>
          <p:nvPr userDrawn="1"/>
        </p:nvSpPr>
        <p:spPr>
          <a:xfrm>
            <a:off x="448963" y="407356"/>
            <a:ext cx="11294075" cy="6043289"/>
          </a:xfrm>
          <a:prstGeom prst="rect">
            <a:avLst/>
          </a:prstGeom>
          <a:solidFill>
            <a:schemeClr val="bg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Tree>
    <p:extLst>
      <p:ext uri="{BB962C8B-B14F-4D97-AF65-F5344CB8AC3E}">
        <p14:creationId xmlns:p14="http://schemas.microsoft.com/office/powerpoint/2010/main" val="4285711461"/>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6_セクション見出し">
    <p:spTree>
      <p:nvGrpSpPr>
        <p:cNvPr id="1" name=""/>
        <p:cNvGrpSpPr/>
        <p:nvPr/>
      </p:nvGrpSpPr>
      <p:grpSpPr>
        <a:xfrm>
          <a:off x="0" y="0"/>
          <a:ext cx="0" cy="0"/>
          <a:chOff x="0" y="0"/>
          <a:chExt cx="0" cy="0"/>
        </a:xfrm>
      </p:grpSpPr>
      <p:sp>
        <p:nvSpPr>
          <p:cNvPr id="13" name="正方形/長方形 12"/>
          <p:cNvSpPr/>
          <p:nvPr userDrawn="1"/>
        </p:nvSpPr>
        <p:spPr>
          <a:xfrm>
            <a:off x="436604" y="413552"/>
            <a:ext cx="11294075" cy="5845989"/>
          </a:xfrm>
          <a:prstGeom prst="rect">
            <a:avLst/>
          </a:prstGeom>
          <a:solidFill>
            <a:schemeClr val="accent6">
              <a:lumMod val="20000"/>
              <a:lumOff val="80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0" name="テキスト ボックス 9"/>
          <p:cNvSpPr txBox="1"/>
          <p:nvPr userDrawn="1"/>
        </p:nvSpPr>
        <p:spPr>
          <a:xfrm>
            <a:off x="436605" y="6456841"/>
            <a:ext cx="4836149"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smtClean="0">
                <a:ln>
                  <a:noFill/>
                </a:ln>
                <a:solidFill>
                  <a:prstClr val="black">
                    <a:lumMod val="50000"/>
                    <a:lumOff val="50000"/>
                  </a:prstClr>
                </a:solidFill>
                <a:effectLst/>
                <a:uLnTx/>
                <a:uFillTx/>
                <a:latin typeface="Meiryo UI" panose="020B0604030504040204" pitchFamily="50" charset="-128"/>
                <a:ea typeface="Meiryo UI" panose="020B0604030504040204" pitchFamily="50" charset="-128"/>
                <a:cs typeface="+mn-cs"/>
              </a:rPr>
              <a:t>©2025 SMS DataTech Corporation. All rights reserved.</a:t>
            </a:r>
            <a:endParaRPr kumimoji="1" lang="ja-JP" altLang="en-US" sz="1200" b="0" i="0" u="none" strike="noStrike" kern="1200" cap="none" spc="0" normalizeH="0" baseline="0" noProof="0" dirty="0" smtClean="0">
              <a:ln>
                <a:noFill/>
              </a:ln>
              <a:solidFill>
                <a:prstClr val="black">
                  <a:lumMod val="50000"/>
                  <a:lumOff val="50000"/>
                </a:prstClr>
              </a:solidFill>
              <a:effectLst/>
              <a:uLnTx/>
              <a:uFillTx/>
              <a:latin typeface="Meiryo UI" panose="020B0604030504040204" pitchFamily="50" charset="-128"/>
              <a:ea typeface="Meiryo UI" panose="020B0604030504040204" pitchFamily="50" charset="-128"/>
              <a:cs typeface="+mn-cs"/>
            </a:endParaRPr>
          </a:p>
        </p:txBody>
      </p:sp>
      <p:sp>
        <p:nvSpPr>
          <p:cNvPr id="11" name="スライド番号プレースホルダー 5"/>
          <p:cNvSpPr txBox="1">
            <a:spLocks/>
          </p:cNvSpPr>
          <p:nvPr userDrawn="1"/>
        </p:nvSpPr>
        <p:spPr>
          <a:xfrm>
            <a:off x="11077831" y="6456841"/>
            <a:ext cx="652849" cy="276999"/>
          </a:xfrm>
          <a:prstGeom prst="rect">
            <a:avLst/>
          </a:prstGeom>
        </p:spPr>
        <p:txBody>
          <a:bodyPr vert="horz" lIns="91440" tIns="45720" rIns="91440" bIns="45720" rtlCol="0" anchor="ctr"/>
          <a:lstStyle>
            <a:defPPr>
              <a:defRPr lang="ja-JP"/>
            </a:defPPr>
            <a:lvl1pPr marL="0" algn="r" defTabSz="914400" rtl="0" eaLnBrk="1" latinLnBrk="0" hangingPunct="1">
              <a:defRPr kumimoji="1" sz="1200" kern="1200">
                <a:solidFill>
                  <a:schemeClr val="tx1">
                    <a:tint val="7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AF98734-114E-45B6-80CD-FD793471D87D}" type="slidenum">
              <a:rPr kumimoji="1" lang="ja-JP" altLang="en-US" sz="1200" b="0" i="0" u="none" strike="noStrike" kern="1200" cap="none" spc="0" normalizeH="0" baseline="0" noProof="0" smtClean="0">
                <a:ln>
                  <a:noFill/>
                </a:ln>
                <a:solidFill>
                  <a:prstClr val="black">
                    <a:tint val="75000"/>
                  </a:prstClr>
                </a:solidFill>
                <a:effectLst/>
                <a:uLnTx/>
                <a:uFillTx/>
                <a:latin typeface="Meiryo UI" panose="020B0604030504040204" pitchFamily="50" charset="-128"/>
                <a:ea typeface="Meiryo UI" panose="020B0604030504040204" pitchFamily="50" charset="-128"/>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1" lang="ja-JP" altLang="en-US" sz="1200" b="0" i="0" u="none" strike="noStrike" kern="1200" cap="none" spc="0" normalizeH="0" baseline="0" noProof="0" dirty="0">
              <a:ln>
                <a:noFill/>
              </a:ln>
              <a:solidFill>
                <a:prstClr val="black">
                  <a:tint val="75000"/>
                </a:prstClr>
              </a:solidFill>
              <a:effectLst/>
              <a:uLnTx/>
              <a:uFillTx/>
              <a:latin typeface="Meiryo UI" panose="020B0604030504040204" pitchFamily="50" charset="-128"/>
              <a:ea typeface="Meiryo UI" panose="020B0604030504040204" pitchFamily="50" charset="-128"/>
              <a:cs typeface="+mn-cs"/>
            </a:endParaRPr>
          </a:p>
        </p:txBody>
      </p:sp>
      <p:sp>
        <p:nvSpPr>
          <p:cNvPr id="4" name="直角三角形 3"/>
          <p:cNvSpPr/>
          <p:nvPr userDrawn="1"/>
        </p:nvSpPr>
        <p:spPr>
          <a:xfrm rot="5400000">
            <a:off x="5814011" y="1797283"/>
            <a:ext cx="5845989" cy="3077451"/>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p:cNvSpPr/>
          <p:nvPr userDrawn="1"/>
        </p:nvSpPr>
        <p:spPr>
          <a:xfrm>
            <a:off x="436080" y="413014"/>
            <a:ext cx="6761677" cy="5845989"/>
          </a:xfrm>
          <a:prstGeom prst="rect">
            <a:avLst/>
          </a:prstGeom>
          <a:solidFill>
            <a:schemeClr val="accent6">
              <a:lumMod val="60000"/>
              <a:lumOff val="40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2" name="タイトル 1"/>
          <p:cNvSpPr>
            <a:spLocks noGrp="1"/>
          </p:cNvSpPr>
          <p:nvPr>
            <p:ph type="title" hasCustomPrompt="1"/>
          </p:nvPr>
        </p:nvSpPr>
        <p:spPr>
          <a:xfrm>
            <a:off x="619031" y="3981233"/>
            <a:ext cx="10458800" cy="1734522"/>
          </a:xfrm>
          <a:prstGeom prst="rect">
            <a:avLst/>
          </a:prstGeom>
        </p:spPr>
        <p:txBody>
          <a:bodyPr anchor="ctr">
            <a:noAutofit/>
          </a:bodyPr>
          <a:lstStyle>
            <a:lvl1pPr>
              <a:defRPr sz="6600" b="1">
                <a:solidFill>
                  <a:schemeClr val="bg1"/>
                </a:solidFill>
                <a:latin typeface="Meiryo UI" panose="020B0604030504040204" pitchFamily="50" charset="-128"/>
                <a:ea typeface="Meiryo UI" panose="020B0604030504040204" pitchFamily="50" charset="-128"/>
              </a:defRPr>
            </a:lvl1pPr>
          </a:lstStyle>
          <a:p>
            <a:r>
              <a:rPr kumimoji="1" lang="ja-JP" altLang="en-US" dirty="0" smtClean="0"/>
              <a:t>マスター タイトルの</a:t>
            </a:r>
            <a:r>
              <a:rPr kumimoji="1" lang="en-US" altLang="ja-JP" dirty="0" smtClean="0"/>
              <a:t/>
            </a:r>
            <a:br>
              <a:rPr kumimoji="1" lang="en-US" altLang="ja-JP" dirty="0" smtClean="0"/>
            </a:br>
            <a:r>
              <a:rPr kumimoji="1" lang="ja-JP" altLang="en-US" dirty="0" smtClean="0"/>
              <a:t>書式設定</a:t>
            </a:r>
            <a:endParaRPr kumimoji="1" lang="ja-JP" altLang="en-US" dirty="0"/>
          </a:p>
        </p:txBody>
      </p:sp>
      <p:sp>
        <p:nvSpPr>
          <p:cNvPr id="12" name="ホームベース 11"/>
          <p:cNvSpPr/>
          <p:nvPr userDrawn="1"/>
        </p:nvSpPr>
        <p:spPr>
          <a:xfrm rot="5400000">
            <a:off x="533057" y="882671"/>
            <a:ext cx="2528909" cy="1736739"/>
          </a:xfrm>
          <a:prstGeom prst="homePlate">
            <a:avLst>
              <a:gd name="adj" fmla="val 37613"/>
            </a:avLst>
          </a:prstGeom>
          <a:solidFill>
            <a:schemeClr val="accent6">
              <a:lumMod val="75000"/>
            </a:schemeClr>
          </a:solidFill>
          <a:ln w="155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6600" dirty="0">
              <a:latin typeface="+mn-lt"/>
            </a:endParaRPr>
          </a:p>
        </p:txBody>
      </p:sp>
      <p:sp>
        <p:nvSpPr>
          <p:cNvPr id="6" name="テキスト プレースホルダー 5"/>
          <p:cNvSpPr>
            <a:spLocks noGrp="1"/>
          </p:cNvSpPr>
          <p:nvPr>
            <p:ph type="body" sz="quarter" idx="10" hasCustomPrompt="1"/>
          </p:nvPr>
        </p:nvSpPr>
        <p:spPr>
          <a:xfrm>
            <a:off x="1206961" y="1372702"/>
            <a:ext cx="1181100" cy="1095375"/>
          </a:xfrm>
        </p:spPr>
        <p:txBody>
          <a:bodyPr/>
          <a:lstStyle>
            <a:lvl1pPr marL="0" indent="0">
              <a:buNone/>
              <a:defRPr sz="6600" b="1">
                <a:solidFill>
                  <a:schemeClr val="bg1"/>
                </a:solidFill>
                <a:latin typeface="+mn-ea"/>
                <a:ea typeface="+mn-ea"/>
              </a:defRPr>
            </a:lvl1pPr>
          </a:lstStyle>
          <a:p>
            <a:pPr lvl="0"/>
            <a:r>
              <a:rPr kumimoji="1" lang="en-US" altLang="ja-JP" dirty="0" smtClean="0"/>
              <a:t>01</a:t>
            </a:r>
            <a:endParaRPr kumimoji="1" lang="ja-JP" altLang="en-US" dirty="0" smtClean="0"/>
          </a:p>
        </p:txBody>
      </p:sp>
    </p:spTree>
    <p:extLst>
      <p:ext uri="{BB962C8B-B14F-4D97-AF65-F5344CB8AC3E}">
        <p14:creationId xmlns:p14="http://schemas.microsoft.com/office/powerpoint/2010/main" val="3223965583"/>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1_セクション見出し">
    <p:spTree>
      <p:nvGrpSpPr>
        <p:cNvPr id="1" name=""/>
        <p:cNvGrpSpPr/>
        <p:nvPr/>
      </p:nvGrpSpPr>
      <p:grpSpPr>
        <a:xfrm>
          <a:off x="0" y="0"/>
          <a:ext cx="0" cy="0"/>
          <a:chOff x="0" y="0"/>
          <a:chExt cx="0" cy="0"/>
        </a:xfrm>
      </p:grpSpPr>
      <p:sp>
        <p:nvSpPr>
          <p:cNvPr id="13" name="正方形/長方形 12"/>
          <p:cNvSpPr/>
          <p:nvPr userDrawn="1"/>
        </p:nvSpPr>
        <p:spPr>
          <a:xfrm>
            <a:off x="436604" y="413552"/>
            <a:ext cx="11294075" cy="5845989"/>
          </a:xfrm>
          <a:prstGeom prst="rect">
            <a:avLst/>
          </a:prstGeom>
          <a:solidFill>
            <a:schemeClr val="accent4">
              <a:lumMod val="20000"/>
              <a:lumOff val="80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0" name="テキスト ボックス 9"/>
          <p:cNvSpPr txBox="1"/>
          <p:nvPr userDrawn="1"/>
        </p:nvSpPr>
        <p:spPr>
          <a:xfrm>
            <a:off x="436605" y="6456841"/>
            <a:ext cx="4836149"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smtClean="0">
                <a:ln>
                  <a:noFill/>
                </a:ln>
                <a:solidFill>
                  <a:prstClr val="black">
                    <a:lumMod val="50000"/>
                    <a:lumOff val="50000"/>
                  </a:prstClr>
                </a:solidFill>
                <a:effectLst/>
                <a:uLnTx/>
                <a:uFillTx/>
                <a:latin typeface="Meiryo UI" panose="020B0604030504040204" pitchFamily="50" charset="-128"/>
                <a:ea typeface="Meiryo UI" panose="020B0604030504040204" pitchFamily="50" charset="-128"/>
                <a:cs typeface="+mn-cs"/>
              </a:rPr>
              <a:t>©2025 SMS DataTech Corporation. All rights reserved.</a:t>
            </a:r>
            <a:endParaRPr kumimoji="1" lang="ja-JP" altLang="en-US" sz="1200" b="0" i="0" u="none" strike="noStrike" kern="1200" cap="none" spc="0" normalizeH="0" baseline="0" noProof="0" dirty="0" smtClean="0">
              <a:ln>
                <a:noFill/>
              </a:ln>
              <a:solidFill>
                <a:prstClr val="black">
                  <a:lumMod val="50000"/>
                  <a:lumOff val="50000"/>
                </a:prstClr>
              </a:solidFill>
              <a:effectLst/>
              <a:uLnTx/>
              <a:uFillTx/>
              <a:latin typeface="Meiryo UI" panose="020B0604030504040204" pitchFamily="50" charset="-128"/>
              <a:ea typeface="Meiryo UI" panose="020B0604030504040204" pitchFamily="50" charset="-128"/>
              <a:cs typeface="+mn-cs"/>
            </a:endParaRPr>
          </a:p>
        </p:txBody>
      </p:sp>
      <p:sp>
        <p:nvSpPr>
          <p:cNvPr id="11" name="スライド番号プレースホルダー 5"/>
          <p:cNvSpPr txBox="1">
            <a:spLocks/>
          </p:cNvSpPr>
          <p:nvPr userDrawn="1"/>
        </p:nvSpPr>
        <p:spPr>
          <a:xfrm>
            <a:off x="11077831" y="6456841"/>
            <a:ext cx="652849" cy="276999"/>
          </a:xfrm>
          <a:prstGeom prst="rect">
            <a:avLst/>
          </a:prstGeom>
        </p:spPr>
        <p:txBody>
          <a:bodyPr vert="horz" lIns="91440" tIns="45720" rIns="91440" bIns="45720" rtlCol="0" anchor="ctr"/>
          <a:lstStyle>
            <a:defPPr>
              <a:defRPr lang="ja-JP"/>
            </a:defPPr>
            <a:lvl1pPr marL="0" algn="r" defTabSz="914400" rtl="0" eaLnBrk="1" latinLnBrk="0" hangingPunct="1">
              <a:defRPr kumimoji="1" sz="1200" kern="1200">
                <a:solidFill>
                  <a:schemeClr val="tx1">
                    <a:tint val="7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AF98734-114E-45B6-80CD-FD793471D87D}" type="slidenum">
              <a:rPr kumimoji="1" lang="ja-JP" altLang="en-US" sz="1200" b="0" i="0" u="none" strike="noStrike" kern="1200" cap="none" spc="0" normalizeH="0" baseline="0" noProof="0" smtClean="0">
                <a:ln>
                  <a:noFill/>
                </a:ln>
                <a:solidFill>
                  <a:prstClr val="black">
                    <a:tint val="75000"/>
                  </a:prstClr>
                </a:solidFill>
                <a:effectLst/>
                <a:uLnTx/>
                <a:uFillTx/>
                <a:latin typeface="Meiryo UI" panose="020B0604030504040204" pitchFamily="50" charset="-128"/>
                <a:ea typeface="Meiryo UI" panose="020B0604030504040204" pitchFamily="50" charset="-128"/>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1" lang="ja-JP" altLang="en-US" sz="1200" b="0" i="0" u="none" strike="noStrike" kern="1200" cap="none" spc="0" normalizeH="0" baseline="0" noProof="0" dirty="0">
              <a:ln>
                <a:noFill/>
              </a:ln>
              <a:solidFill>
                <a:prstClr val="black">
                  <a:tint val="75000"/>
                </a:prstClr>
              </a:solidFill>
              <a:effectLst/>
              <a:uLnTx/>
              <a:uFillTx/>
              <a:latin typeface="Meiryo UI" panose="020B0604030504040204" pitchFamily="50" charset="-128"/>
              <a:ea typeface="Meiryo UI" panose="020B0604030504040204" pitchFamily="50" charset="-128"/>
              <a:cs typeface="+mn-cs"/>
            </a:endParaRPr>
          </a:p>
        </p:txBody>
      </p:sp>
      <p:sp>
        <p:nvSpPr>
          <p:cNvPr id="4" name="直角三角形 3"/>
          <p:cNvSpPr/>
          <p:nvPr userDrawn="1"/>
        </p:nvSpPr>
        <p:spPr>
          <a:xfrm rot="5400000">
            <a:off x="5814011" y="1797283"/>
            <a:ext cx="5845989" cy="3077451"/>
          </a:xfrm>
          <a:prstGeom prst="rtTriangl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p:cNvSpPr/>
          <p:nvPr userDrawn="1"/>
        </p:nvSpPr>
        <p:spPr>
          <a:xfrm>
            <a:off x="436080" y="413014"/>
            <a:ext cx="6761677" cy="5845989"/>
          </a:xfrm>
          <a:prstGeom prst="rect">
            <a:avLst/>
          </a:prstGeom>
          <a:solidFill>
            <a:schemeClr val="accent4">
              <a:lumMod val="60000"/>
              <a:lumOff val="40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2" name="タイトル 1"/>
          <p:cNvSpPr>
            <a:spLocks noGrp="1"/>
          </p:cNvSpPr>
          <p:nvPr>
            <p:ph type="title" hasCustomPrompt="1"/>
          </p:nvPr>
        </p:nvSpPr>
        <p:spPr>
          <a:xfrm>
            <a:off x="619031" y="3981233"/>
            <a:ext cx="10458800" cy="1734522"/>
          </a:xfrm>
          <a:prstGeom prst="rect">
            <a:avLst/>
          </a:prstGeom>
        </p:spPr>
        <p:txBody>
          <a:bodyPr anchor="ctr">
            <a:noAutofit/>
          </a:bodyPr>
          <a:lstStyle>
            <a:lvl1pPr>
              <a:defRPr sz="6600" b="1">
                <a:solidFill>
                  <a:schemeClr val="bg1"/>
                </a:solidFill>
                <a:latin typeface="Meiryo UI" panose="020B0604030504040204" pitchFamily="50" charset="-128"/>
                <a:ea typeface="Meiryo UI" panose="020B0604030504040204" pitchFamily="50" charset="-128"/>
              </a:defRPr>
            </a:lvl1pPr>
          </a:lstStyle>
          <a:p>
            <a:r>
              <a:rPr kumimoji="1" lang="ja-JP" altLang="en-US" dirty="0" smtClean="0"/>
              <a:t>マスター タイトルの</a:t>
            </a:r>
            <a:r>
              <a:rPr kumimoji="1" lang="en-US" altLang="ja-JP" dirty="0" smtClean="0"/>
              <a:t/>
            </a:r>
            <a:br>
              <a:rPr kumimoji="1" lang="en-US" altLang="ja-JP" dirty="0" smtClean="0"/>
            </a:br>
            <a:r>
              <a:rPr kumimoji="1" lang="ja-JP" altLang="en-US" dirty="0" smtClean="0"/>
              <a:t>書式設定</a:t>
            </a:r>
            <a:endParaRPr kumimoji="1" lang="ja-JP" altLang="en-US" dirty="0"/>
          </a:p>
        </p:txBody>
      </p:sp>
      <p:sp>
        <p:nvSpPr>
          <p:cNvPr id="12" name="ホームベース 11"/>
          <p:cNvSpPr/>
          <p:nvPr userDrawn="1"/>
        </p:nvSpPr>
        <p:spPr>
          <a:xfrm rot="5400000">
            <a:off x="533057" y="882671"/>
            <a:ext cx="2528909" cy="1736739"/>
          </a:xfrm>
          <a:prstGeom prst="homePlate">
            <a:avLst>
              <a:gd name="adj" fmla="val 37613"/>
            </a:avLst>
          </a:prstGeom>
          <a:solidFill>
            <a:schemeClr val="accent4">
              <a:lumMod val="75000"/>
            </a:schemeClr>
          </a:solidFill>
          <a:ln w="155575">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プレースホルダー 5"/>
          <p:cNvSpPr>
            <a:spLocks noGrp="1"/>
          </p:cNvSpPr>
          <p:nvPr>
            <p:ph type="body" sz="quarter" idx="10" hasCustomPrompt="1"/>
          </p:nvPr>
        </p:nvSpPr>
        <p:spPr>
          <a:xfrm>
            <a:off x="1206961" y="1372702"/>
            <a:ext cx="1181100" cy="1095375"/>
          </a:xfrm>
        </p:spPr>
        <p:txBody>
          <a:bodyPr/>
          <a:lstStyle>
            <a:lvl1pPr marL="0" indent="0">
              <a:buNone/>
              <a:defRPr sz="6600" b="1">
                <a:solidFill>
                  <a:schemeClr val="bg1"/>
                </a:solidFill>
                <a:latin typeface="+mn-ea"/>
                <a:ea typeface="+mn-ea"/>
              </a:defRPr>
            </a:lvl1pPr>
          </a:lstStyle>
          <a:p>
            <a:pPr lvl="0"/>
            <a:r>
              <a:rPr kumimoji="1" lang="en-US" altLang="ja-JP" dirty="0" smtClean="0"/>
              <a:t>01</a:t>
            </a:r>
            <a:endParaRPr kumimoji="1" lang="ja-JP" altLang="en-US" dirty="0" smtClean="0"/>
          </a:p>
        </p:txBody>
      </p:sp>
    </p:spTree>
    <p:extLst>
      <p:ext uri="{BB962C8B-B14F-4D97-AF65-F5344CB8AC3E}">
        <p14:creationId xmlns:p14="http://schemas.microsoft.com/office/powerpoint/2010/main" val="3719264605"/>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2_セクション見出し">
    <p:spTree>
      <p:nvGrpSpPr>
        <p:cNvPr id="1" name=""/>
        <p:cNvGrpSpPr/>
        <p:nvPr/>
      </p:nvGrpSpPr>
      <p:grpSpPr>
        <a:xfrm>
          <a:off x="0" y="0"/>
          <a:ext cx="0" cy="0"/>
          <a:chOff x="0" y="0"/>
          <a:chExt cx="0" cy="0"/>
        </a:xfrm>
      </p:grpSpPr>
      <p:sp>
        <p:nvSpPr>
          <p:cNvPr id="13" name="正方形/長方形 12"/>
          <p:cNvSpPr/>
          <p:nvPr userDrawn="1"/>
        </p:nvSpPr>
        <p:spPr>
          <a:xfrm>
            <a:off x="436604" y="413552"/>
            <a:ext cx="11294075" cy="5845989"/>
          </a:xfrm>
          <a:prstGeom prst="rect">
            <a:avLst/>
          </a:prstGeom>
          <a:solidFill>
            <a:schemeClr val="accent1">
              <a:lumMod val="20000"/>
              <a:lumOff val="80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0" name="テキスト ボックス 9"/>
          <p:cNvSpPr txBox="1"/>
          <p:nvPr userDrawn="1"/>
        </p:nvSpPr>
        <p:spPr>
          <a:xfrm>
            <a:off x="436605" y="6456841"/>
            <a:ext cx="4836149"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smtClean="0">
                <a:ln>
                  <a:noFill/>
                </a:ln>
                <a:solidFill>
                  <a:prstClr val="black">
                    <a:lumMod val="50000"/>
                    <a:lumOff val="50000"/>
                  </a:prstClr>
                </a:solidFill>
                <a:effectLst/>
                <a:uLnTx/>
                <a:uFillTx/>
                <a:latin typeface="Meiryo UI" panose="020B0604030504040204" pitchFamily="50" charset="-128"/>
                <a:ea typeface="Meiryo UI" panose="020B0604030504040204" pitchFamily="50" charset="-128"/>
                <a:cs typeface="+mn-cs"/>
              </a:rPr>
              <a:t>©2025 SMS DataTech Corporation. All rights reserved.</a:t>
            </a:r>
            <a:endParaRPr kumimoji="1" lang="ja-JP" altLang="en-US" sz="1200" b="0" i="0" u="none" strike="noStrike" kern="1200" cap="none" spc="0" normalizeH="0" baseline="0" noProof="0" dirty="0" smtClean="0">
              <a:ln>
                <a:noFill/>
              </a:ln>
              <a:solidFill>
                <a:prstClr val="black">
                  <a:lumMod val="50000"/>
                  <a:lumOff val="50000"/>
                </a:prstClr>
              </a:solidFill>
              <a:effectLst/>
              <a:uLnTx/>
              <a:uFillTx/>
              <a:latin typeface="Meiryo UI" panose="020B0604030504040204" pitchFamily="50" charset="-128"/>
              <a:ea typeface="Meiryo UI" panose="020B0604030504040204" pitchFamily="50" charset="-128"/>
              <a:cs typeface="+mn-cs"/>
            </a:endParaRPr>
          </a:p>
        </p:txBody>
      </p:sp>
      <p:sp>
        <p:nvSpPr>
          <p:cNvPr id="11" name="スライド番号プレースホルダー 5"/>
          <p:cNvSpPr txBox="1">
            <a:spLocks/>
          </p:cNvSpPr>
          <p:nvPr userDrawn="1"/>
        </p:nvSpPr>
        <p:spPr>
          <a:xfrm>
            <a:off x="11077831" y="6456841"/>
            <a:ext cx="652849" cy="276999"/>
          </a:xfrm>
          <a:prstGeom prst="rect">
            <a:avLst/>
          </a:prstGeom>
        </p:spPr>
        <p:txBody>
          <a:bodyPr vert="horz" lIns="91440" tIns="45720" rIns="91440" bIns="45720" rtlCol="0" anchor="ctr"/>
          <a:lstStyle>
            <a:defPPr>
              <a:defRPr lang="ja-JP"/>
            </a:defPPr>
            <a:lvl1pPr marL="0" algn="r" defTabSz="914400" rtl="0" eaLnBrk="1" latinLnBrk="0" hangingPunct="1">
              <a:defRPr kumimoji="1" sz="1200" kern="1200">
                <a:solidFill>
                  <a:schemeClr val="tx1">
                    <a:tint val="7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AF98734-114E-45B6-80CD-FD793471D87D}" type="slidenum">
              <a:rPr kumimoji="1" lang="ja-JP" altLang="en-US" sz="1200" b="0" i="0" u="none" strike="noStrike" kern="1200" cap="none" spc="0" normalizeH="0" baseline="0" noProof="0" smtClean="0">
                <a:ln>
                  <a:noFill/>
                </a:ln>
                <a:solidFill>
                  <a:prstClr val="black">
                    <a:tint val="75000"/>
                  </a:prstClr>
                </a:solidFill>
                <a:effectLst/>
                <a:uLnTx/>
                <a:uFillTx/>
                <a:latin typeface="Meiryo UI" panose="020B0604030504040204" pitchFamily="50" charset="-128"/>
                <a:ea typeface="Meiryo UI" panose="020B0604030504040204" pitchFamily="50" charset="-128"/>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1" lang="ja-JP" altLang="en-US" sz="1200" b="0" i="0" u="none" strike="noStrike" kern="1200" cap="none" spc="0" normalizeH="0" baseline="0" noProof="0" dirty="0">
              <a:ln>
                <a:noFill/>
              </a:ln>
              <a:solidFill>
                <a:prstClr val="black">
                  <a:tint val="75000"/>
                </a:prstClr>
              </a:solidFill>
              <a:effectLst/>
              <a:uLnTx/>
              <a:uFillTx/>
              <a:latin typeface="Meiryo UI" panose="020B0604030504040204" pitchFamily="50" charset="-128"/>
              <a:ea typeface="Meiryo UI" panose="020B0604030504040204" pitchFamily="50" charset="-128"/>
              <a:cs typeface="+mn-cs"/>
            </a:endParaRPr>
          </a:p>
        </p:txBody>
      </p:sp>
      <p:sp>
        <p:nvSpPr>
          <p:cNvPr id="4" name="直角三角形 3"/>
          <p:cNvSpPr/>
          <p:nvPr userDrawn="1"/>
        </p:nvSpPr>
        <p:spPr>
          <a:xfrm rot="5400000">
            <a:off x="5814011" y="1797283"/>
            <a:ext cx="5845989" cy="3077451"/>
          </a:xfrm>
          <a:prstGeom prst="rtTriangl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p:cNvSpPr/>
          <p:nvPr userDrawn="1"/>
        </p:nvSpPr>
        <p:spPr>
          <a:xfrm>
            <a:off x="436080" y="413014"/>
            <a:ext cx="6761677" cy="5845989"/>
          </a:xfrm>
          <a:prstGeom prst="rect">
            <a:avLst/>
          </a:prstGeom>
          <a:solidFill>
            <a:schemeClr val="accent1">
              <a:lumMod val="60000"/>
              <a:lumOff val="40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2" name="タイトル 1"/>
          <p:cNvSpPr>
            <a:spLocks noGrp="1"/>
          </p:cNvSpPr>
          <p:nvPr>
            <p:ph type="title" hasCustomPrompt="1"/>
          </p:nvPr>
        </p:nvSpPr>
        <p:spPr>
          <a:xfrm>
            <a:off x="619031" y="3981233"/>
            <a:ext cx="10458800" cy="1734522"/>
          </a:xfrm>
          <a:prstGeom prst="rect">
            <a:avLst/>
          </a:prstGeom>
        </p:spPr>
        <p:txBody>
          <a:bodyPr anchor="ctr">
            <a:noAutofit/>
          </a:bodyPr>
          <a:lstStyle>
            <a:lvl1pPr>
              <a:defRPr sz="6600" b="1">
                <a:solidFill>
                  <a:schemeClr val="bg1"/>
                </a:solidFill>
                <a:latin typeface="Meiryo UI" panose="020B0604030504040204" pitchFamily="50" charset="-128"/>
                <a:ea typeface="Meiryo UI" panose="020B0604030504040204" pitchFamily="50" charset="-128"/>
              </a:defRPr>
            </a:lvl1pPr>
          </a:lstStyle>
          <a:p>
            <a:r>
              <a:rPr kumimoji="1" lang="ja-JP" altLang="en-US" dirty="0" smtClean="0"/>
              <a:t>マスター タイトルの</a:t>
            </a:r>
            <a:r>
              <a:rPr kumimoji="1" lang="en-US" altLang="ja-JP" dirty="0" smtClean="0"/>
              <a:t/>
            </a:r>
            <a:br>
              <a:rPr kumimoji="1" lang="en-US" altLang="ja-JP" dirty="0" smtClean="0"/>
            </a:br>
            <a:r>
              <a:rPr kumimoji="1" lang="ja-JP" altLang="en-US" dirty="0" smtClean="0"/>
              <a:t>書式設定</a:t>
            </a:r>
            <a:endParaRPr kumimoji="1" lang="ja-JP" altLang="en-US" dirty="0"/>
          </a:p>
        </p:txBody>
      </p:sp>
      <p:sp>
        <p:nvSpPr>
          <p:cNvPr id="12" name="ホームベース 11"/>
          <p:cNvSpPr/>
          <p:nvPr userDrawn="1"/>
        </p:nvSpPr>
        <p:spPr>
          <a:xfrm rot="5400000">
            <a:off x="533057" y="882671"/>
            <a:ext cx="2528909" cy="1736739"/>
          </a:xfrm>
          <a:prstGeom prst="homePlate">
            <a:avLst>
              <a:gd name="adj" fmla="val 37613"/>
            </a:avLst>
          </a:prstGeom>
          <a:solidFill>
            <a:schemeClr val="accent1">
              <a:lumMod val="75000"/>
            </a:schemeClr>
          </a:solidFill>
          <a:ln w="155575">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プレースホルダー 5"/>
          <p:cNvSpPr>
            <a:spLocks noGrp="1"/>
          </p:cNvSpPr>
          <p:nvPr>
            <p:ph type="body" sz="quarter" idx="10" hasCustomPrompt="1"/>
          </p:nvPr>
        </p:nvSpPr>
        <p:spPr>
          <a:xfrm>
            <a:off x="1206961" y="1372702"/>
            <a:ext cx="1181100" cy="1095375"/>
          </a:xfrm>
        </p:spPr>
        <p:txBody>
          <a:bodyPr/>
          <a:lstStyle>
            <a:lvl1pPr marL="0" indent="0">
              <a:buNone/>
              <a:defRPr sz="6600" b="1">
                <a:solidFill>
                  <a:schemeClr val="bg1"/>
                </a:solidFill>
                <a:latin typeface="+mn-ea"/>
                <a:ea typeface="+mn-ea"/>
              </a:defRPr>
            </a:lvl1pPr>
          </a:lstStyle>
          <a:p>
            <a:pPr lvl="0"/>
            <a:r>
              <a:rPr kumimoji="1" lang="en-US" altLang="ja-JP" dirty="0" smtClean="0"/>
              <a:t>01</a:t>
            </a:r>
            <a:endParaRPr kumimoji="1" lang="ja-JP" altLang="en-US" dirty="0" smtClean="0"/>
          </a:p>
        </p:txBody>
      </p:sp>
    </p:spTree>
    <p:extLst>
      <p:ext uri="{BB962C8B-B14F-4D97-AF65-F5344CB8AC3E}">
        <p14:creationId xmlns:p14="http://schemas.microsoft.com/office/powerpoint/2010/main" val="25676854"/>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3_セクション見出し">
    <p:spTree>
      <p:nvGrpSpPr>
        <p:cNvPr id="1" name=""/>
        <p:cNvGrpSpPr/>
        <p:nvPr/>
      </p:nvGrpSpPr>
      <p:grpSpPr>
        <a:xfrm>
          <a:off x="0" y="0"/>
          <a:ext cx="0" cy="0"/>
          <a:chOff x="0" y="0"/>
          <a:chExt cx="0" cy="0"/>
        </a:xfrm>
      </p:grpSpPr>
      <p:sp>
        <p:nvSpPr>
          <p:cNvPr id="13" name="正方形/長方形 12"/>
          <p:cNvSpPr/>
          <p:nvPr userDrawn="1"/>
        </p:nvSpPr>
        <p:spPr>
          <a:xfrm>
            <a:off x="436604" y="413552"/>
            <a:ext cx="11294075" cy="5845989"/>
          </a:xfrm>
          <a:prstGeom prst="rect">
            <a:avLst/>
          </a:prstGeom>
          <a:solidFill>
            <a:srgbClr val="F7DFE9"/>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0" name="テキスト ボックス 9"/>
          <p:cNvSpPr txBox="1"/>
          <p:nvPr userDrawn="1"/>
        </p:nvSpPr>
        <p:spPr>
          <a:xfrm>
            <a:off x="436605" y="6456841"/>
            <a:ext cx="4836149"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smtClean="0">
                <a:ln>
                  <a:noFill/>
                </a:ln>
                <a:solidFill>
                  <a:prstClr val="black">
                    <a:lumMod val="50000"/>
                    <a:lumOff val="50000"/>
                  </a:prstClr>
                </a:solidFill>
                <a:effectLst/>
                <a:uLnTx/>
                <a:uFillTx/>
                <a:latin typeface="Meiryo UI" panose="020B0604030504040204" pitchFamily="50" charset="-128"/>
                <a:ea typeface="Meiryo UI" panose="020B0604030504040204" pitchFamily="50" charset="-128"/>
                <a:cs typeface="+mn-cs"/>
              </a:rPr>
              <a:t>©2025 SMS DataTech Corporation. All rights reserved.</a:t>
            </a:r>
            <a:endParaRPr kumimoji="1" lang="ja-JP" altLang="en-US" sz="1200" b="0" i="0" u="none" strike="noStrike" kern="1200" cap="none" spc="0" normalizeH="0" baseline="0" noProof="0" dirty="0" smtClean="0">
              <a:ln>
                <a:noFill/>
              </a:ln>
              <a:solidFill>
                <a:prstClr val="black">
                  <a:lumMod val="50000"/>
                  <a:lumOff val="50000"/>
                </a:prstClr>
              </a:solidFill>
              <a:effectLst/>
              <a:uLnTx/>
              <a:uFillTx/>
              <a:latin typeface="Meiryo UI" panose="020B0604030504040204" pitchFamily="50" charset="-128"/>
              <a:ea typeface="Meiryo UI" panose="020B0604030504040204" pitchFamily="50" charset="-128"/>
              <a:cs typeface="+mn-cs"/>
            </a:endParaRPr>
          </a:p>
        </p:txBody>
      </p:sp>
      <p:sp>
        <p:nvSpPr>
          <p:cNvPr id="11" name="スライド番号プレースホルダー 5"/>
          <p:cNvSpPr txBox="1">
            <a:spLocks/>
          </p:cNvSpPr>
          <p:nvPr userDrawn="1"/>
        </p:nvSpPr>
        <p:spPr>
          <a:xfrm>
            <a:off x="11077831" y="6456841"/>
            <a:ext cx="652849" cy="276999"/>
          </a:xfrm>
          <a:prstGeom prst="rect">
            <a:avLst/>
          </a:prstGeom>
        </p:spPr>
        <p:txBody>
          <a:bodyPr vert="horz" lIns="91440" tIns="45720" rIns="91440" bIns="45720" rtlCol="0" anchor="ctr"/>
          <a:lstStyle>
            <a:defPPr>
              <a:defRPr lang="ja-JP"/>
            </a:defPPr>
            <a:lvl1pPr marL="0" algn="r" defTabSz="914400" rtl="0" eaLnBrk="1" latinLnBrk="0" hangingPunct="1">
              <a:defRPr kumimoji="1" sz="1200" kern="1200">
                <a:solidFill>
                  <a:schemeClr val="tx1">
                    <a:tint val="7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AF98734-114E-45B6-80CD-FD793471D87D}" type="slidenum">
              <a:rPr kumimoji="1" lang="ja-JP" altLang="en-US" sz="1200" b="0" i="0" u="none" strike="noStrike" kern="1200" cap="none" spc="0" normalizeH="0" baseline="0" noProof="0" smtClean="0">
                <a:ln>
                  <a:noFill/>
                </a:ln>
                <a:solidFill>
                  <a:prstClr val="black">
                    <a:tint val="75000"/>
                  </a:prstClr>
                </a:solidFill>
                <a:effectLst/>
                <a:uLnTx/>
                <a:uFillTx/>
                <a:latin typeface="Meiryo UI" panose="020B0604030504040204" pitchFamily="50" charset="-128"/>
                <a:ea typeface="Meiryo UI" panose="020B0604030504040204" pitchFamily="50" charset="-128"/>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1" lang="ja-JP" altLang="en-US" sz="1200" b="0" i="0" u="none" strike="noStrike" kern="1200" cap="none" spc="0" normalizeH="0" baseline="0" noProof="0" dirty="0">
              <a:ln>
                <a:noFill/>
              </a:ln>
              <a:solidFill>
                <a:prstClr val="black">
                  <a:tint val="75000"/>
                </a:prstClr>
              </a:solidFill>
              <a:effectLst/>
              <a:uLnTx/>
              <a:uFillTx/>
              <a:latin typeface="Meiryo UI" panose="020B0604030504040204" pitchFamily="50" charset="-128"/>
              <a:ea typeface="Meiryo UI" panose="020B0604030504040204" pitchFamily="50" charset="-128"/>
              <a:cs typeface="+mn-cs"/>
            </a:endParaRPr>
          </a:p>
        </p:txBody>
      </p:sp>
      <p:sp>
        <p:nvSpPr>
          <p:cNvPr id="4" name="直角三角形 3"/>
          <p:cNvSpPr/>
          <p:nvPr userDrawn="1"/>
        </p:nvSpPr>
        <p:spPr>
          <a:xfrm rot="5400000">
            <a:off x="5814011" y="1797283"/>
            <a:ext cx="5845989" cy="3077451"/>
          </a:xfrm>
          <a:prstGeom prst="rtTriangle">
            <a:avLst/>
          </a:prstGeom>
          <a:solidFill>
            <a:srgbClr val="E79D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p:cNvSpPr/>
          <p:nvPr userDrawn="1"/>
        </p:nvSpPr>
        <p:spPr>
          <a:xfrm>
            <a:off x="436080" y="413014"/>
            <a:ext cx="6761677" cy="5845989"/>
          </a:xfrm>
          <a:prstGeom prst="rect">
            <a:avLst/>
          </a:prstGeom>
          <a:solidFill>
            <a:srgbClr val="E79DBE"/>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2" name="タイトル 1"/>
          <p:cNvSpPr>
            <a:spLocks noGrp="1"/>
          </p:cNvSpPr>
          <p:nvPr>
            <p:ph type="title" hasCustomPrompt="1"/>
          </p:nvPr>
        </p:nvSpPr>
        <p:spPr>
          <a:xfrm>
            <a:off x="619031" y="3981233"/>
            <a:ext cx="10458800" cy="1734522"/>
          </a:xfrm>
          <a:prstGeom prst="rect">
            <a:avLst/>
          </a:prstGeom>
        </p:spPr>
        <p:txBody>
          <a:bodyPr anchor="ctr">
            <a:noAutofit/>
          </a:bodyPr>
          <a:lstStyle>
            <a:lvl1pPr>
              <a:defRPr sz="6600" b="1">
                <a:solidFill>
                  <a:schemeClr val="bg1"/>
                </a:solidFill>
                <a:latin typeface="Meiryo UI" panose="020B0604030504040204" pitchFamily="50" charset="-128"/>
                <a:ea typeface="Meiryo UI" panose="020B0604030504040204" pitchFamily="50" charset="-128"/>
              </a:defRPr>
            </a:lvl1pPr>
          </a:lstStyle>
          <a:p>
            <a:r>
              <a:rPr kumimoji="1" lang="ja-JP" altLang="en-US" dirty="0" smtClean="0"/>
              <a:t>マスター タイトルの</a:t>
            </a:r>
            <a:r>
              <a:rPr kumimoji="1" lang="en-US" altLang="ja-JP" dirty="0" smtClean="0"/>
              <a:t/>
            </a:r>
            <a:br>
              <a:rPr kumimoji="1" lang="en-US" altLang="ja-JP" dirty="0" smtClean="0"/>
            </a:br>
            <a:r>
              <a:rPr kumimoji="1" lang="ja-JP" altLang="en-US" dirty="0" smtClean="0"/>
              <a:t>書式設定</a:t>
            </a:r>
            <a:endParaRPr kumimoji="1" lang="ja-JP" altLang="en-US" dirty="0"/>
          </a:p>
        </p:txBody>
      </p:sp>
      <p:sp>
        <p:nvSpPr>
          <p:cNvPr id="12" name="ホームベース 11"/>
          <p:cNvSpPr/>
          <p:nvPr userDrawn="1"/>
        </p:nvSpPr>
        <p:spPr>
          <a:xfrm rot="5400000">
            <a:off x="533057" y="882671"/>
            <a:ext cx="2528909" cy="1736739"/>
          </a:xfrm>
          <a:prstGeom prst="homePlate">
            <a:avLst>
              <a:gd name="adj" fmla="val 37613"/>
            </a:avLst>
          </a:prstGeom>
          <a:solidFill>
            <a:srgbClr val="B82C68"/>
          </a:solidFill>
          <a:ln w="155575">
            <a:solidFill>
              <a:srgbClr val="B8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プレースホルダー 5"/>
          <p:cNvSpPr>
            <a:spLocks noGrp="1"/>
          </p:cNvSpPr>
          <p:nvPr>
            <p:ph type="body" sz="quarter" idx="10" hasCustomPrompt="1"/>
          </p:nvPr>
        </p:nvSpPr>
        <p:spPr>
          <a:xfrm>
            <a:off x="1206961" y="1372702"/>
            <a:ext cx="1181100" cy="1095375"/>
          </a:xfrm>
        </p:spPr>
        <p:txBody>
          <a:bodyPr/>
          <a:lstStyle>
            <a:lvl1pPr marL="0" indent="0">
              <a:buNone/>
              <a:defRPr sz="6600" b="1">
                <a:solidFill>
                  <a:schemeClr val="bg1"/>
                </a:solidFill>
                <a:latin typeface="+mn-ea"/>
                <a:ea typeface="+mn-ea"/>
              </a:defRPr>
            </a:lvl1pPr>
          </a:lstStyle>
          <a:p>
            <a:pPr lvl="0"/>
            <a:r>
              <a:rPr kumimoji="1" lang="en-US" altLang="ja-JP" dirty="0" smtClean="0"/>
              <a:t>01</a:t>
            </a:r>
            <a:endParaRPr kumimoji="1" lang="ja-JP" altLang="en-US" dirty="0" smtClean="0"/>
          </a:p>
        </p:txBody>
      </p:sp>
    </p:spTree>
    <p:extLst>
      <p:ext uri="{BB962C8B-B14F-4D97-AF65-F5344CB8AC3E}">
        <p14:creationId xmlns:p14="http://schemas.microsoft.com/office/powerpoint/2010/main" val="1693572206"/>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ja-JP" altLang="en-US" dirty="0" smtClean="0"/>
              <a:t>マスター タイトルの書式設定</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ja-JP" altLang="en-US" dirty="0" smtClean="0"/>
              <a:t>マスター テキストの書式設定</a:t>
            </a:r>
          </a:p>
          <a:p>
            <a:pPr lvl="1"/>
            <a:r>
              <a:rPr lang="ja-JP" altLang="en-US" dirty="0" smtClean="0"/>
              <a:t>第 </a:t>
            </a:r>
            <a:r>
              <a:rPr lang="en-US" altLang="ja-JP" dirty="0" smtClean="0"/>
              <a:t>2 </a:t>
            </a:r>
            <a:r>
              <a:rPr lang="ja-JP" altLang="en-US" dirty="0" smtClean="0"/>
              <a:t>レベル</a:t>
            </a:r>
          </a:p>
          <a:p>
            <a:pPr lvl="2"/>
            <a:r>
              <a:rPr lang="ja-JP" altLang="en-US" dirty="0" smtClean="0"/>
              <a:t>第 </a:t>
            </a:r>
            <a:r>
              <a:rPr lang="en-US" altLang="ja-JP" dirty="0" smtClean="0"/>
              <a:t>3 </a:t>
            </a:r>
            <a:r>
              <a:rPr lang="ja-JP" altLang="en-US" dirty="0" smtClean="0"/>
              <a:t>レベル</a:t>
            </a:r>
          </a:p>
          <a:p>
            <a:pPr lvl="3"/>
            <a:r>
              <a:rPr lang="ja-JP" altLang="en-US" dirty="0" smtClean="0"/>
              <a:t>第 </a:t>
            </a:r>
            <a:r>
              <a:rPr lang="en-US" altLang="ja-JP" dirty="0" smtClean="0"/>
              <a:t>4 </a:t>
            </a:r>
            <a:r>
              <a:rPr lang="ja-JP" altLang="en-US" dirty="0" smtClean="0"/>
              <a:t>レベル</a:t>
            </a:r>
          </a:p>
          <a:p>
            <a:pPr lvl="4"/>
            <a:r>
              <a:rPr lang="ja-JP" altLang="en-US" dirty="0" smtClean="0"/>
              <a:t>第 </a:t>
            </a:r>
            <a:r>
              <a:rPr lang="en-US" altLang="ja-JP" dirty="0" smtClean="0"/>
              <a:t>5 </a:t>
            </a:r>
            <a:r>
              <a:rPr lang="ja-JP" altLang="en-US" dirty="0" smtClean="0"/>
              <a:t>レベル</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7/3/2025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ja-JP" alt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A14EAE7-1BBB-4D76-BFC3-88C8929E3196}" type="slidenum">
              <a:rPr lang="ja-JP" altLang="en-US" smtClean="0"/>
              <a:pPr/>
              <a:t>‹#›</a:t>
            </a:fld>
            <a:endParaRPr lang="ja-JP" altLang="en-US" dirty="0"/>
          </a:p>
        </p:txBody>
      </p:sp>
      <p:sp>
        <p:nvSpPr>
          <p:cNvPr id="7" name="テキスト ボックス 6"/>
          <p:cNvSpPr txBox="1"/>
          <p:nvPr userDrawn="1"/>
        </p:nvSpPr>
        <p:spPr>
          <a:xfrm>
            <a:off x="436605" y="6456841"/>
            <a:ext cx="4836149"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smtClean="0">
                <a:ln>
                  <a:noFill/>
                </a:ln>
                <a:solidFill>
                  <a:prstClr val="black">
                    <a:lumMod val="50000"/>
                    <a:lumOff val="50000"/>
                  </a:prstClr>
                </a:solidFill>
                <a:effectLst/>
                <a:uLnTx/>
                <a:uFillTx/>
                <a:latin typeface="Meiryo UI" panose="020B0604030504040204" pitchFamily="50" charset="-128"/>
                <a:ea typeface="Meiryo UI" panose="020B0604030504040204" pitchFamily="50" charset="-128"/>
                <a:cs typeface="+mn-cs"/>
              </a:rPr>
              <a:t>©2021 SMS DataTech Corporation. All rights reserved.</a:t>
            </a:r>
            <a:endParaRPr kumimoji="1" lang="ja-JP" altLang="en-US" sz="1200" b="0" i="0" u="none" strike="noStrike" kern="1200" cap="none" spc="0" normalizeH="0" baseline="0" noProof="0" dirty="0" smtClean="0">
              <a:ln>
                <a:noFill/>
              </a:ln>
              <a:solidFill>
                <a:prstClr val="black">
                  <a:lumMod val="50000"/>
                  <a:lumOff val="50000"/>
                </a:prstClr>
              </a:solidFill>
              <a:effectLst/>
              <a:uLnTx/>
              <a:uFillTx/>
              <a:latin typeface="Meiryo UI" panose="020B0604030504040204" pitchFamily="50" charset="-128"/>
              <a:ea typeface="Meiryo UI" panose="020B0604030504040204" pitchFamily="50" charset="-128"/>
              <a:cs typeface="+mn-cs"/>
            </a:endParaRPr>
          </a:p>
        </p:txBody>
      </p:sp>
      <p:sp>
        <p:nvSpPr>
          <p:cNvPr id="8" name="スライド番号プレースホルダー 5"/>
          <p:cNvSpPr txBox="1">
            <a:spLocks/>
          </p:cNvSpPr>
          <p:nvPr userDrawn="1"/>
        </p:nvSpPr>
        <p:spPr>
          <a:xfrm>
            <a:off x="11077832" y="6456841"/>
            <a:ext cx="652849" cy="276999"/>
          </a:xfrm>
          <a:prstGeom prst="rect">
            <a:avLst/>
          </a:prstGeom>
        </p:spPr>
        <p:txBody>
          <a:bodyPr vert="horz" lIns="91440" tIns="45720" rIns="91440" bIns="45720" rtlCol="0" anchor="ctr"/>
          <a:lstStyle>
            <a:defPPr>
              <a:defRPr lang="ja-JP"/>
            </a:defPPr>
            <a:lvl1pPr marL="0" algn="r" defTabSz="914400" rtl="0" eaLnBrk="1" latinLnBrk="0" hangingPunct="1">
              <a:defRPr kumimoji="1" sz="1200" kern="1200">
                <a:solidFill>
                  <a:schemeClr val="tx1">
                    <a:tint val="7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AF98734-114E-45B6-80CD-FD793471D87D}" type="slidenum">
              <a:rPr kumimoji="1" lang="ja-JP" altLang="en-US" sz="1200" b="0" i="0" u="none" strike="noStrike" kern="1200" cap="none" spc="0" normalizeH="0" baseline="0" noProof="0" smtClean="0">
                <a:ln>
                  <a:noFill/>
                </a:ln>
                <a:solidFill>
                  <a:prstClr val="black">
                    <a:tint val="75000"/>
                  </a:prstClr>
                </a:solidFill>
                <a:effectLst/>
                <a:uLnTx/>
                <a:uFillTx/>
                <a:latin typeface="Meiryo UI" panose="020B0604030504040204" pitchFamily="50" charset="-128"/>
                <a:ea typeface="Meiryo UI" panose="020B0604030504040204" pitchFamily="50" charset="-128"/>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1" lang="ja-JP" altLang="en-US" sz="1200" b="0" i="0" u="none" strike="noStrike" kern="1200" cap="none" spc="0" normalizeH="0" baseline="0" noProof="0" dirty="0">
              <a:ln>
                <a:noFill/>
              </a:ln>
              <a:solidFill>
                <a:prstClr val="black">
                  <a:tint val="75000"/>
                </a:prstClr>
              </a:solidFill>
              <a:effectLst/>
              <a:uLnTx/>
              <a:uFillTx/>
              <a:latin typeface="Meiryo UI" panose="020B0604030504040204" pitchFamily="50" charset="-128"/>
              <a:ea typeface="Meiryo UI" panose="020B0604030504040204" pitchFamily="50" charset="-128"/>
              <a:cs typeface="+mn-cs"/>
            </a:endParaRPr>
          </a:p>
        </p:txBody>
      </p:sp>
      <p:sp>
        <p:nvSpPr>
          <p:cNvPr id="9" name="テキスト ボックス 8"/>
          <p:cNvSpPr txBox="1"/>
          <p:nvPr userDrawn="1"/>
        </p:nvSpPr>
        <p:spPr>
          <a:xfrm>
            <a:off x="436605" y="6456841"/>
            <a:ext cx="4836149"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smtClean="0">
                <a:ln>
                  <a:noFill/>
                </a:ln>
                <a:solidFill>
                  <a:prstClr val="black">
                    <a:lumMod val="50000"/>
                    <a:lumOff val="50000"/>
                  </a:prstClr>
                </a:solidFill>
                <a:effectLst/>
                <a:uLnTx/>
                <a:uFillTx/>
                <a:latin typeface="Meiryo UI" panose="020B0604030504040204" pitchFamily="50" charset="-128"/>
                <a:ea typeface="Meiryo UI" panose="020B0604030504040204" pitchFamily="50" charset="-128"/>
                <a:cs typeface="+mn-cs"/>
              </a:rPr>
              <a:t>©2021 SMS DataTech Corporation. All rights reserved.</a:t>
            </a:r>
            <a:endParaRPr kumimoji="1" lang="ja-JP" altLang="en-US" sz="1200" b="0" i="0" u="none" strike="noStrike" kern="1200" cap="none" spc="0" normalizeH="0" baseline="0" noProof="0" dirty="0" smtClean="0">
              <a:ln>
                <a:noFill/>
              </a:ln>
              <a:solidFill>
                <a:prstClr val="black">
                  <a:lumMod val="50000"/>
                  <a:lumOff val="50000"/>
                </a:prstClr>
              </a:solidFill>
              <a:effectLst/>
              <a:uLnTx/>
              <a:uFillTx/>
              <a:latin typeface="Meiryo UI" panose="020B0604030504040204" pitchFamily="50" charset="-128"/>
              <a:ea typeface="Meiryo UI" panose="020B0604030504040204" pitchFamily="50" charset="-128"/>
              <a:cs typeface="+mn-cs"/>
            </a:endParaRPr>
          </a:p>
        </p:txBody>
      </p:sp>
      <p:sp>
        <p:nvSpPr>
          <p:cNvPr id="10" name="スライド番号プレースホルダー 5"/>
          <p:cNvSpPr txBox="1">
            <a:spLocks/>
          </p:cNvSpPr>
          <p:nvPr userDrawn="1"/>
        </p:nvSpPr>
        <p:spPr>
          <a:xfrm>
            <a:off x="11077831" y="6456841"/>
            <a:ext cx="652849" cy="276999"/>
          </a:xfrm>
          <a:prstGeom prst="rect">
            <a:avLst/>
          </a:prstGeom>
        </p:spPr>
        <p:txBody>
          <a:bodyPr vert="horz" lIns="91440" tIns="45720" rIns="91440" bIns="45720" rtlCol="0" anchor="ctr"/>
          <a:lstStyle>
            <a:defPPr>
              <a:defRPr lang="ja-JP"/>
            </a:defPPr>
            <a:lvl1pPr marL="0" algn="r" defTabSz="914400" rtl="0" eaLnBrk="1" latinLnBrk="0" hangingPunct="1">
              <a:defRPr kumimoji="1" sz="1200" kern="1200">
                <a:solidFill>
                  <a:schemeClr val="tx1">
                    <a:tint val="7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AF98734-114E-45B6-80CD-FD793471D87D}" type="slidenum">
              <a:rPr kumimoji="1" lang="ja-JP" altLang="en-US" sz="1200" b="0" i="0" u="none" strike="noStrike" kern="1200" cap="none" spc="0" normalizeH="0" baseline="0" noProof="0" smtClean="0">
                <a:ln>
                  <a:noFill/>
                </a:ln>
                <a:solidFill>
                  <a:prstClr val="black">
                    <a:tint val="75000"/>
                  </a:prstClr>
                </a:solidFill>
                <a:effectLst/>
                <a:uLnTx/>
                <a:uFillTx/>
                <a:latin typeface="Meiryo UI" panose="020B0604030504040204" pitchFamily="50" charset="-128"/>
                <a:ea typeface="Meiryo UI" panose="020B0604030504040204" pitchFamily="50" charset="-128"/>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1" lang="ja-JP" altLang="en-US" sz="1200" b="0" i="0" u="none" strike="noStrike" kern="1200" cap="none" spc="0" normalizeH="0" baseline="0" noProof="0" dirty="0">
              <a:ln>
                <a:noFill/>
              </a:ln>
              <a:solidFill>
                <a:prstClr val="black">
                  <a:tint val="75000"/>
                </a:prstClr>
              </a:solidFill>
              <a:effectLst/>
              <a:uLnTx/>
              <a:uFillTx/>
              <a:latin typeface="Meiryo UI" panose="020B0604030504040204" pitchFamily="50" charset="-128"/>
              <a:ea typeface="Meiryo UI" panose="020B0604030504040204" pitchFamily="50" charset="-128"/>
              <a:cs typeface="+mn-cs"/>
            </a:endParaRPr>
          </a:p>
        </p:txBody>
      </p:sp>
      <p:sp>
        <p:nvSpPr>
          <p:cNvPr id="11" name="Rectangle 6"/>
          <p:cNvSpPr/>
          <p:nvPr userDrawn="1"/>
        </p:nvSpPr>
        <p:spPr>
          <a:xfrm>
            <a:off x="1" y="6400800"/>
            <a:ext cx="12192000" cy="457200"/>
          </a:xfrm>
          <a:prstGeom prst="rect">
            <a:avLst/>
          </a:prstGeom>
          <a:solidFill>
            <a:schemeClr val="accent6"/>
          </a:solidFill>
          <a:ln>
            <a:noFill/>
          </a:ln>
        </p:spPr>
        <p:style>
          <a:lnRef idx="0">
            <a:scrgbClr r="0" g="0" b="0"/>
          </a:lnRef>
          <a:fillRef idx="0">
            <a:scrgbClr r="0" g="0" b="0"/>
          </a:fillRef>
          <a:effectRef idx="0">
            <a:scrgbClr r="0" g="0" b="0"/>
          </a:effectRef>
          <a:fontRef idx="minor">
            <a:schemeClr val="lt1"/>
          </a:fontRef>
        </p:style>
      </p:sp>
      <p:sp>
        <p:nvSpPr>
          <p:cNvPr id="12" name="Rectangle 8"/>
          <p:cNvSpPr/>
          <p:nvPr userDrawn="1"/>
        </p:nvSpPr>
        <p:spPr>
          <a:xfrm>
            <a:off x="15" y="6334316"/>
            <a:ext cx="12191985" cy="66484"/>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3" name="Straight Connector 9"/>
          <p:cNvCxnSpPr/>
          <p:nvPr userDrawn="1"/>
        </p:nvCxnSpPr>
        <p:spPr>
          <a:xfrm>
            <a:off x="436605" y="763675"/>
            <a:ext cx="11294075"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4" name="テキスト ボックス 13"/>
          <p:cNvSpPr txBox="1"/>
          <p:nvPr userDrawn="1"/>
        </p:nvSpPr>
        <p:spPr>
          <a:xfrm>
            <a:off x="436604" y="6456840"/>
            <a:ext cx="4836149"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smtClean="0">
                <a:ln>
                  <a:noFill/>
                </a:ln>
                <a:solidFill>
                  <a:schemeClr val="bg1"/>
                </a:solidFill>
                <a:effectLst/>
                <a:uLnTx/>
                <a:uFillTx/>
                <a:latin typeface="Meiryo UI" panose="020B0604030504040204" pitchFamily="50" charset="-128"/>
                <a:ea typeface="Meiryo UI" panose="020B0604030504040204" pitchFamily="50" charset="-128"/>
                <a:cs typeface="+mn-cs"/>
              </a:rPr>
              <a:t>©2025 SMS DataTech Corporation. All rights reserved.</a:t>
            </a:r>
            <a:endParaRPr kumimoji="1" lang="ja-JP" altLang="en-US" sz="1200" b="0" i="0" u="none" strike="noStrike" kern="1200" cap="none" spc="0" normalizeH="0" baseline="0" noProof="0" dirty="0" smtClean="0">
              <a:ln>
                <a:noFill/>
              </a:ln>
              <a:solidFill>
                <a:schemeClr val="bg1"/>
              </a:solidFill>
              <a:effectLst/>
              <a:uLnTx/>
              <a:uFillTx/>
              <a:latin typeface="Meiryo UI" panose="020B0604030504040204" pitchFamily="50" charset="-128"/>
              <a:ea typeface="Meiryo UI" panose="020B0604030504040204" pitchFamily="50" charset="-128"/>
              <a:cs typeface="+mn-cs"/>
            </a:endParaRPr>
          </a:p>
        </p:txBody>
      </p:sp>
    </p:spTree>
    <p:extLst>
      <p:ext uri="{BB962C8B-B14F-4D97-AF65-F5344CB8AC3E}">
        <p14:creationId xmlns:p14="http://schemas.microsoft.com/office/powerpoint/2010/main" val="2884941502"/>
      </p:ext>
    </p:extLst>
  </p:cSld>
  <p:clrMap bg1="lt1" tx1="dk1" bg2="lt2" tx2="dk2" accent1="accent1" accent2="accent2" accent3="accent3" accent4="accent4" accent5="accent5" accent6="accent6" hlink="hlink" folHlink="folHlink"/>
  <p:sldLayoutIdLst>
    <p:sldLayoutId id="2147483748" r:id="rId1"/>
    <p:sldLayoutId id="2147483774" r:id="rId2"/>
    <p:sldLayoutId id="2147483780" r:id="rId3"/>
    <p:sldLayoutId id="2147483772" r:id="rId4"/>
    <p:sldLayoutId id="2147483776" r:id="rId5"/>
    <p:sldLayoutId id="2147483777" r:id="rId6"/>
    <p:sldLayoutId id="2147483778" r:id="rId7"/>
    <p:sldLayoutId id="2147483779" r:id="rId8"/>
  </p:sldLayoutIdLst>
  <p:timing>
    <p:tnLst>
      <p:par>
        <p:cTn id="1" dur="indefinite" restart="never" nodeType="tmRoot"/>
      </p:par>
    </p:tnLst>
  </p:timing>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openxmlformats.org/officeDocument/2006/relationships/image" Target="../media/image7.jpeg"/><Relationship Id="rId13" Type="http://schemas.openxmlformats.org/officeDocument/2006/relationships/image" Target="../media/image12.png"/><Relationship Id="rId18" Type="http://schemas.openxmlformats.org/officeDocument/2006/relationships/image" Target="../media/image17.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png"/><Relationship Id="rId2" Type="http://schemas.openxmlformats.org/officeDocument/2006/relationships/image" Target="../media/image1.png"/><Relationship Id="rId16" Type="http://schemas.openxmlformats.org/officeDocument/2006/relationships/image" Target="../media/image15.png"/><Relationship Id="rId1" Type="http://schemas.openxmlformats.org/officeDocument/2006/relationships/slideLayout" Target="../slideLayouts/slideLayout3.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jp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_rels/slide6.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png"/><Relationship Id="rId18" Type="http://schemas.openxmlformats.org/officeDocument/2006/relationships/image" Target="../media/image33.png"/><Relationship Id="rId3" Type="http://schemas.openxmlformats.org/officeDocument/2006/relationships/image" Target="../media/image19.png"/><Relationship Id="rId7" Type="http://schemas.openxmlformats.org/officeDocument/2006/relationships/image" Target="../media/image23.png"/><Relationship Id="rId12" Type="http://schemas.openxmlformats.org/officeDocument/2006/relationships/image" Target="../media/image28.png"/><Relationship Id="rId17" Type="http://schemas.openxmlformats.org/officeDocument/2006/relationships/image" Target="../media/image32.png"/><Relationship Id="rId2" Type="http://schemas.openxmlformats.org/officeDocument/2006/relationships/image" Target="../media/image18.png"/><Relationship Id="rId16" Type="http://schemas.openxmlformats.org/officeDocument/2006/relationships/image" Target="../media/image31.png"/><Relationship Id="rId20" Type="http://schemas.openxmlformats.org/officeDocument/2006/relationships/image" Target="../media/image35.png"/><Relationship Id="rId1" Type="http://schemas.openxmlformats.org/officeDocument/2006/relationships/slideLayout" Target="../slideLayouts/slideLayout3.xml"/><Relationship Id="rId6" Type="http://schemas.openxmlformats.org/officeDocument/2006/relationships/image" Target="../media/image22.png"/><Relationship Id="rId11" Type="http://schemas.openxmlformats.org/officeDocument/2006/relationships/image" Target="../media/image27.jpeg"/><Relationship Id="rId5" Type="http://schemas.openxmlformats.org/officeDocument/2006/relationships/image" Target="../media/image21.jpeg"/><Relationship Id="rId15" Type="http://schemas.openxmlformats.org/officeDocument/2006/relationships/image" Target="../media/image9.png"/><Relationship Id="rId10" Type="http://schemas.openxmlformats.org/officeDocument/2006/relationships/image" Target="../media/image26.png"/><Relationship Id="rId19" Type="http://schemas.openxmlformats.org/officeDocument/2006/relationships/image" Target="../media/image34.png"/><Relationship Id="rId4" Type="http://schemas.openxmlformats.org/officeDocument/2006/relationships/image" Target="../media/image20.png"/><Relationship Id="rId9" Type="http://schemas.openxmlformats.org/officeDocument/2006/relationships/image" Target="../media/image25.jpeg"/><Relationship Id="rId14" Type="http://schemas.openxmlformats.org/officeDocument/2006/relationships/image" Target="../media/image3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image" Target="../media/image38.png"/><Relationship Id="rId1" Type="http://schemas.openxmlformats.org/officeDocument/2006/relationships/slideLayout" Target="../slideLayouts/slideLayout3.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12.xml.rels><?xml version="1.0" encoding="UTF-8" standalone="yes"?>
<Relationships xmlns="http://schemas.openxmlformats.org/package/2006/relationships"><Relationship Id="rId3" Type="http://schemas.microsoft.com/office/2007/relationships/hdphoto" Target="../media/hdphoto1.wdp"/><Relationship Id="rId7" Type="http://schemas.microsoft.com/office/2007/relationships/hdphoto" Target="../media/hdphoto2.wdp"/><Relationship Id="rId2" Type="http://schemas.openxmlformats.org/officeDocument/2006/relationships/image" Target="../media/image45.png"/><Relationship Id="rId1" Type="http://schemas.openxmlformats.org/officeDocument/2006/relationships/slideLayout" Target="../slideLayouts/slideLayout3.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13.xml.rels><?xml version="1.0" encoding="UTF-8" standalone="yes"?>
<Relationships xmlns="http://schemas.openxmlformats.org/package/2006/relationships"><Relationship Id="rId8" Type="http://schemas.openxmlformats.org/officeDocument/2006/relationships/image" Target="../media/image49.png"/><Relationship Id="rId3" Type="http://schemas.microsoft.com/office/2007/relationships/hdphoto" Target="../media/hdphoto1.wdp"/><Relationship Id="rId7" Type="http://schemas.microsoft.com/office/2007/relationships/hdphoto" Target="../media/hdphoto2.wdp"/><Relationship Id="rId2" Type="http://schemas.openxmlformats.org/officeDocument/2006/relationships/image" Target="../media/image45.png"/><Relationship Id="rId1" Type="http://schemas.openxmlformats.org/officeDocument/2006/relationships/slideLayout" Target="../slideLayouts/slideLayout3.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 Id="rId9" Type="http://schemas.openxmlformats.org/officeDocument/2006/relationships/image" Target="../media/image5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8" Type="http://schemas.openxmlformats.org/officeDocument/2006/relationships/image" Target="../media/image54.png"/><Relationship Id="rId7" Type="http://schemas.openxmlformats.org/officeDocument/2006/relationships/image" Target="../media/image53.png"/><Relationship Id="rId12" Type="http://schemas.openxmlformats.org/officeDocument/2006/relationships/image" Target="../media/image56.png"/><Relationship Id="rId2" Type="http://schemas.openxmlformats.org/officeDocument/2006/relationships/image" Target="../media/image51.png"/><Relationship Id="rId1" Type="http://schemas.openxmlformats.org/officeDocument/2006/relationships/slideLayout" Target="../slideLayouts/slideLayout3.xml"/><Relationship Id="rId6" Type="http://schemas.openxmlformats.org/officeDocument/2006/relationships/image" Target="../media/image52.png"/><Relationship Id="rId11" Type="http://schemas.openxmlformats.org/officeDocument/2006/relationships/image" Target="../media/image55.png"/><Relationship Id="rId5" Type="http://schemas.openxmlformats.org/officeDocument/2006/relationships/image" Target="../media/image9.svg"/><Relationship Id="rId10" Type="http://schemas.microsoft.com/office/2007/relationships/hdphoto" Target="../media/hdphoto2.wdp"/><Relationship Id="rId9" Type="http://schemas.openxmlformats.org/officeDocument/2006/relationships/image" Target="../media/image4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タイトル 1"/>
          <p:cNvSpPr txBox="1">
            <a:spLocks/>
          </p:cNvSpPr>
          <p:nvPr/>
        </p:nvSpPr>
        <p:spPr>
          <a:xfrm>
            <a:off x="628893" y="1378790"/>
            <a:ext cx="10458800" cy="67873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kumimoji="1" sz="6600" b="1" kern="1200">
                <a:solidFill>
                  <a:schemeClr val="bg1"/>
                </a:solidFill>
                <a:latin typeface="Meiryo UI" panose="020B0604030504040204" pitchFamily="50" charset="-128"/>
                <a:ea typeface="Meiryo UI" panose="020B0604030504040204" pitchFamily="50" charset="-128"/>
                <a:cs typeface="+mj-cs"/>
              </a:defRPr>
            </a:lvl1pPr>
          </a:lstStyle>
          <a:p>
            <a:pPr>
              <a:lnSpc>
                <a:spcPct val="100000"/>
              </a:lnSpc>
            </a:pPr>
            <a:r>
              <a:rPr lang="ja-JP" altLang="en-US" sz="3200" dirty="0" smtClean="0">
                <a:solidFill>
                  <a:schemeClr val="accent6">
                    <a:lumMod val="50000"/>
                  </a:schemeClr>
                </a:solidFill>
              </a:rPr>
              <a:t>双日ライフワン株式会社　御中</a:t>
            </a:r>
            <a:endParaRPr lang="ja-JP" altLang="en-US" sz="4000" dirty="0">
              <a:solidFill>
                <a:schemeClr val="accent6">
                  <a:lumMod val="50000"/>
                </a:schemeClr>
              </a:solidFill>
            </a:endParaRPr>
          </a:p>
        </p:txBody>
      </p:sp>
      <p:sp>
        <p:nvSpPr>
          <p:cNvPr id="8" name="テキスト プレースホルダー 2"/>
          <p:cNvSpPr txBox="1">
            <a:spLocks/>
          </p:cNvSpPr>
          <p:nvPr/>
        </p:nvSpPr>
        <p:spPr>
          <a:xfrm>
            <a:off x="6293282" y="4350359"/>
            <a:ext cx="5204651" cy="1794766"/>
          </a:xfrm>
          <a:prstGeom prst="rect">
            <a:avLst/>
          </a:prstGeom>
        </p:spPr>
        <p:txBody>
          <a:bodyP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kumimoji="1"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kumimoji="1"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9pPr>
          </a:lstStyle>
          <a:p>
            <a:pPr algn="r"/>
            <a:r>
              <a:rPr lang="en-US" altLang="ja-JP" b="1" dirty="0" smtClean="0">
                <a:solidFill>
                  <a:schemeClr val="tx2"/>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2025</a:t>
            </a:r>
            <a:r>
              <a:rPr lang="ja-JP" altLang="en-US" b="1" dirty="0" smtClean="0">
                <a:solidFill>
                  <a:schemeClr val="tx2"/>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年 </a:t>
            </a:r>
            <a:r>
              <a:rPr lang="en-US" altLang="ja-JP" b="1" dirty="0" smtClean="0">
                <a:solidFill>
                  <a:schemeClr val="tx2"/>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6</a:t>
            </a:r>
            <a:r>
              <a:rPr lang="ja-JP" altLang="en-US" b="1" dirty="0" smtClean="0">
                <a:solidFill>
                  <a:schemeClr val="tx2"/>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月 </a:t>
            </a:r>
            <a:r>
              <a:rPr lang="en-US" altLang="ja-JP" b="1" dirty="0" smtClean="0">
                <a:solidFill>
                  <a:schemeClr val="tx2"/>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20</a:t>
            </a:r>
            <a:r>
              <a:rPr lang="ja-JP" altLang="en-US" b="1" dirty="0" smtClean="0">
                <a:solidFill>
                  <a:schemeClr val="tx2"/>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日</a:t>
            </a:r>
          </a:p>
          <a:p>
            <a:pPr algn="r"/>
            <a:r>
              <a:rPr lang="ja-JP" altLang="en-US" b="1" dirty="0" smtClean="0">
                <a:solidFill>
                  <a:schemeClr val="tx2"/>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株式会社</a:t>
            </a:r>
            <a:r>
              <a:rPr lang="en-US" altLang="ja-JP" b="1" dirty="0" smtClean="0">
                <a:solidFill>
                  <a:schemeClr val="tx2"/>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SMS</a:t>
            </a:r>
            <a:r>
              <a:rPr lang="ja-JP" altLang="en-US" b="1" dirty="0" smtClean="0">
                <a:solidFill>
                  <a:schemeClr val="tx2"/>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データテック</a:t>
            </a:r>
          </a:p>
          <a:p>
            <a:pPr algn="r"/>
            <a:r>
              <a:rPr lang="ja-JP" altLang="en-US" b="1" dirty="0" smtClean="0">
                <a:solidFill>
                  <a:schemeClr val="tx2"/>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ソリューションサービス本部</a:t>
            </a:r>
            <a:endParaRPr lang="en-US" altLang="ja-JP" b="1" dirty="0" smtClean="0">
              <a:solidFill>
                <a:schemeClr val="tx2"/>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endParaRPr>
          </a:p>
          <a:p>
            <a:pPr algn="r"/>
            <a:r>
              <a:rPr lang="ja-JP" altLang="en-US" b="1" dirty="0">
                <a:solidFill>
                  <a:schemeClr val="tx2"/>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営業</a:t>
            </a:r>
            <a:r>
              <a:rPr lang="ja-JP" altLang="en-US" b="1" dirty="0" smtClean="0">
                <a:solidFill>
                  <a:schemeClr val="tx2"/>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部</a:t>
            </a:r>
            <a:endParaRPr lang="ja-JP" altLang="en-US" b="1" dirty="0">
              <a:solidFill>
                <a:schemeClr val="tx2"/>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endParaRPr>
          </a:p>
        </p:txBody>
      </p:sp>
      <p:sp>
        <p:nvSpPr>
          <p:cNvPr id="10" name="正方形/長方形 9"/>
          <p:cNvSpPr/>
          <p:nvPr/>
        </p:nvSpPr>
        <p:spPr>
          <a:xfrm>
            <a:off x="628893" y="2944168"/>
            <a:ext cx="7771888" cy="2585323"/>
          </a:xfrm>
          <a:prstGeom prst="rect">
            <a:avLst/>
          </a:prstGeom>
        </p:spPr>
        <p:txBody>
          <a:bodyPr wrap="square">
            <a:spAutoFit/>
          </a:bodyPr>
          <a:lstStyle/>
          <a:p>
            <a:pPr lvl="0"/>
            <a:endParaRPr lang="en-US" altLang="ja-JP" sz="5400" b="1" dirty="0" smtClean="0">
              <a:solidFill>
                <a:srgbClr val="FFFFFF"/>
              </a:solidFill>
              <a:latin typeface="Meiryo UI" panose="020B0604030504040204" pitchFamily="50" charset="-128"/>
              <a:ea typeface="Meiryo UI" panose="020B0604030504040204" pitchFamily="50" charset="-128"/>
            </a:endParaRPr>
          </a:p>
          <a:p>
            <a:pPr lvl="0"/>
            <a:r>
              <a:rPr lang="zh-TW" altLang="en-US" sz="5400" b="1" dirty="0">
                <a:solidFill>
                  <a:srgbClr val="FFFFFF"/>
                </a:solidFill>
                <a:latin typeface="Meiryo UI" panose="020B0604030504040204" pitchFamily="50" charset="-128"/>
                <a:ea typeface="Meiryo UI" panose="020B0604030504040204" pitchFamily="50" charset="-128"/>
              </a:rPr>
              <a:t>光熱費</a:t>
            </a:r>
            <a:r>
              <a:rPr lang="zh-TW" altLang="en-US" sz="5400" b="1" dirty="0" smtClean="0">
                <a:solidFill>
                  <a:srgbClr val="FFFFFF"/>
                </a:solidFill>
                <a:latin typeface="Meiryo UI" panose="020B0604030504040204" pitchFamily="50" charset="-128"/>
                <a:ea typeface="Meiryo UI" panose="020B0604030504040204" pitchFamily="50" charset="-128"/>
              </a:rPr>
              <a:t>管理</a:t>
            </a:r>
            <a:r>
              <a:rPr lang="ja-JP" altLang="en-US" sz="5400" b="1" dirty="0" smtClean="0">
                <a:solidFill>
                  <a:srgbClr val="FFFFFF"/>
                </a:solidFill>
                <a:latin typeface="Meiryo UI" panose="020B0604030504040204" pitchFamily="50" charset="-128"/>
                <a:ea typeface="Meiryo UI" panose="020B0604030504040204" pitchFamily="50" charset="-128"/>
              </a:rPr>
              <a:t>システム開発の</a:t>
            </a:r>
            <a:r>
              <a:rPr lang="ja-JP" altLang="en-US" sz="5400" b="1" dirty="0">
                <a:solidFill>
                  <a:srgbClr val="FFFFFF"/>
                </a:solidFill>
                <a:latin typeface="Meiryo UI" panose="020B0604030504040204" pitchFamily="50" charset="-128"/>
                <a:ea typeface="Meiryo UI" panose="020B0604030504040204" pitchFamily="50" charset="-128"/>
              </a:rPr>
              <a:t>ご提案</a:t>
            </a:r>
          </a:p>
        </p:txBody>
      </p:sp>
    </p:spTree>
    <p:extLst>
      <p:ext uri="{BB962C8B-B14F-4D97-AF65-F5344CB8AC3E}">
        <p14:creationId xmlns:p14="http://schemas.microsoft.com/office/powerpoint/2010/main" val="161390308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chor="ctr"/>
          <a:lstStyle/>
          <a:p>
            <a:r>
              <a:rPr kumimoji="1" lang="ja-JP" altLang="en-US" dirty="0" smtClean="0">
                <a:latin typeface="メイリオ" panose="020B0604030504040204" pitchFamily="50" charset="-128"/>
                <a:ea typeface="メイリオ" panose="020B0604030504040204" pitchFamily="50" charset="-128"/>
              </a:rPr>
              <a:t>会社概要</a:t>
            </a:r>
            <a:endParaRPr kumimoji="1" lang="ja-JP" altLang="en-US" dirty="0">
              <a:latin typeface="メイリオ" panose="020B0604030504040204" pitchFamily="50" charset="-128"/>
              <a:ea typeface="メイリオ" panose="020B0604030504040204" pitchFamily="50" charset="-128"/>
            </a:endParaRPr>
          </a:p>
        </p:txBody>
      </p:sp>
      <p:sp>
        <p:nvSpPr>
          <p:cNvPr id="4" name="テキスト プレースホルダー 3"/>
          <p:cNvSpPr>
            <a:spLocks noGrp="1"/>
          </p:cNvSpPr>
          <p:nvPr>
            <p:ph type="body" sz="quarter" idx="10"/>
          </p:nvPr>
        </p:nvSpPr>
        <p:spPr/>
        <p:txBody>
          <a:bodyPr>
            <a:normAutofit fontScale="85000" lnSpcReduction="10000"/>
          </a:bodyPr>
          <a:lstStyle/>
          <a:p>
            <a:r>
              <a:rPr kumimoji="1" lang="en-US" altLang="ja-JP" dirty="0" smtClean="0">
                <a:latin typeface="メイリオ" panose="020B0604030504040204" pitchFamily="50" charset="-128"/>
                <a:ea typeface="メイリオ" panose="020B0604030504040204" pitchFamily="50" charset="-128"/>
              </a:rPr>
              <a:t>01</a:t>
            </a:r>
            <a:endParaRPr kumimoji="1" lang="ja-JP" altLang="en-US"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23377226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 4"/>
          <p:cNvGraphicFramePr>
            <a:graphicFrameLocks noGrp="1"/>
          </p:cNvGraphicFramePr>
          <p:nvPr>
            <p:extLst/>
          </p:nvPr>
        </p:nvGraphicFramePr>
        <p:xfrm>
          <a:off x="1307402" y="1284738"/>
          <a:ext cx="9577196" cy="5171760"/>
        </p:xfrm>
        <a:graphic>
          <a:graphicData uri="http://schemas.openxmlformats.org/drawingml/2006/table">
            <a:tbl>
              <a:tblPr firstRow="1" bandRow="1">
                <a:tableStyleId>{5C22544A-7EE6-4342-B048-85BDC9FD1C3A}</a:tableStyleId>
              </a:tblPr>
              <a:tblGrid>
                <a:gridCol w="2016000">
                  <a:extLst>
                    <a:ext uri="{9D8B030D-6E8A-4147-A177-3AD203B41FA5}">
                      <a16:colId xmlns:a16="http://schemas.microsoft.com/office/drawing/2014/main" val="1531042554"/>
                    </a:ext>
                  </a:extLst>
                </a:gridCol>
                <a:gridCol w="7561196">
                  <a:extLst>
                    <a:ext uri="{9D8B030D-6E8A-4147-A177-3AD203B41FA5}">
                      <a16:colId xmlns:a16="http://schemas.microsoft.com/office/drawing/2014/main" val="3754723822"/>
                    </a:ext>
                  </a:extLst>
                </a:gridCol>
              </a:tblGrid>
              <a:tr h="360000">
                <a:tc>
                  <a:txBody>
                    <a:bodyPr/>
                    <a:lstStyle/>
                    <a:p>
                      <a:pPr algn="l"/>
                      <a:r>
                        <a:rPr kumimoji="1" lang="ja-JP" altLang="en-US" sz="1400" b="1" dirty="0" smtClean="0">
                          <a:solidFill>
                            <a:schemeClr val="tx1">
                              <a:lumMod val="65000"/>
                              <a:lumOff val="35000"/>
                            </a:schemeClr>
                          </a:solidFill>
                          <a:latin typeface="メイリオ" panose="020B0604030504040204" pitchFamily="50" charset="-128"/>
                          <a:ea typeface="メイリオ" panose="020B0604030504040204" pitchFamily="50" charset="-128"/>
                        </a:rPr>
                        <a:t>■社名</a:t>
                      </a:r>
                      <a:endParaRPr kumimoji="1" lang="en-US" altLang="ja-JP" sz="1400" b="1" dirty="0" smtClean="0">
                        <a:solidFill>
                          <a:schemeClr val="tx1">
                            <a:lumMod val="65000"/>
                            <a:lumOff val="35000"/>
                          </a:schemeClr>
                        </a:solidFill>
                        <a:latin typeface="メイリオ" panose="020B0604030504040204" pitchFamily="50" charset="-128"/>
                        <a:ea typeface="メイリオ" panose="020B0604030504040204" pitchFamily="50" charset="-128"/>
                      </a:endParaRP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200" b="0" dirty="0" smtClean="0">
                          <a:solidFill>
                            <a:schemeClr val="tx1">
                              <a:lumMod val="65000"/>
                              <a:lumOff val="35000"/>
                            </a:schemeClr>
                          </a:solidFill>
                          <a:latin typeface="Meiryo UI" panose="020B0604030504040204" pitchFamily="50" charset="-128"/>
                          <a:ea typeface="Meiryo UI" panose="020B0604030504040204" pitchFamily="50" charset="-128"/>
                        </a:rPr>
                        <a:t>株式会社エス・エム・エス・データテック（略称：</a:t>
                      </a:r>
                      <a:r>
                        <a:rPr kumimoji="1" lang="en-US" altLang="ja-JP" sz="1200" b="0" dirty="0" smtClean="0">
                          <a:solidFill>
                            <a:schemeClr val="tx1">
                              <a:lumMod val="65000"/>
                              <a:lumOff val="35000"/>
                            </a:schemeClr>
                          </a:solidFill>
                          <a:latin typeface="Meiryo UI" panose="020B0604030504040204" pitchFamily="50" charset="-128"/>
                          <a:ea typeface="Meiryo UI" panose="020B0604030504040204" pitchFamily="50" charset="-128"/>
                        </a:rPr>
                        <a:t>SDT</a:t>
                      </a:r>
                      <a:r>
                        <a:rPr kumimoji="1" lang="ja-JP" altLang="en-US" sz="1200" b="0" dirty="0" smtClean="0">
                          <a:solidFill>
                            <a:schemeClr val="tx1">
                              <a:lumMod val="65000"/>
                              <a:lumOff val="35000"/>
                            </a:schemeClr>
                          </a:solidFill>
                          <a:latin typeface="Meiryo UI" panose="020B0604030504040204" pitchFamily="50" charset="-128"/>
                          <a:ea typeface="Meiryo UI" panose="020B0604030504040204" pitchFamily="50" charset="-128"/>
                        </a:rPr>
                        <a:t>）</a:t>
                      </a:r>
                      <a:endParaRPr kumimoji="1" lang="ja-JP" altLang="en-US" sz="1200" b="0" dirty="0">
                        <a:solidFill>
                          <a:schemeClr val="tx1">
                            <a:lumMod val="65000"/>
                            <a:lumOff val="35000"/>
                          </a:schemeClr>
                        </a:solidFill>
                        <a:latin typeface="Meiryo UI" panose="020B0604030504040204" pitchFamily="50" charset="-128"/>
                        <a:ea typeface="Meiryo UI" panose="020B0604030504040204" pitchFamily="50" charset="-128"/>
                      </a:endParaRP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1375308"/>
                  </a:ext>
                </a:extLst>
              </a:tr>
              <a:tr h="432000">
                <a:tc>
                  <a:txBody>
                    <a:bodyPr/>
                    <a:lstStyle/>
                    <a:p>
                      <a:pPr algn="l"/>
                      <a:r>
                        <a:rPr kumimoji="1" lang="ja-JP" altLang="en-US" sz="1400" b="1" dirty="0" smtClean="0">
                          <a:solidFill>
                            <a:schemeClr val="tx1">
                              <a:lumMod val="65000"/>
                              <a:lumOff val="35000"/>
                            </a:schemeClr>
                          </a:solidFill>
                          <a:latin typeface="メイリオ" panose="020B0604030504040204" pitchFamily="50" charset="-128"/>
                          <a:ea typeface="メイリオ" panose="020B0604030504040204" pitchFamily="50" charset="-128"/>
                        </a:rPr>
                        <a:t>■本社所在地　　　　</a:t>
                      </a:r>
                      <a:endParaRPr kumimoji="1" lang="en-US" altLang="ja-JP" sz="1400" b="1" dirty="0" smtClean="0">
                        <a:solidFill>
                          <a:schemeClr val="tx1">
                            <a:lumMod val="65000"/>
                            <a:lumOff val="35000"/>
                          </a:schemeClr>
                        </a:solidFill>
                        <a:latin typeface="メイリオ" panose="020B0604030504040204" pitchFamily="50" charset="-128"/>
                        <a:ea typeface="メイリオ" panose="020B0604030504040204" pitchFamily="50" charset="-128"/>
                      </a:endParaRPr>
                    </a:p>
                  </a:txBody>
                  <a:tcPr anchor="ctr">
                    <a:lnL w="12700" cmpd="sng">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200" b="0" dirty="0" smtClean="0">
                          <a:solidFill>
                            <a:schemeClr val="tx1">
                              <a:lumMod val="65000"/>
                              <a:lumOff val="35000"/>
                            </a:schemeClr>
                          </a:solidFill>
                          <a:latin typeface="Meiryo UI" panose="020B0604030504040204" pitchFamily="50" charset="-128"/>
                          <a:ea typeface="Meiryo UI" panose="020B0604030504040204" pitchFamily="50" charset="-128"/>
                        </a:rPr>
                        <a:t>〒</a:t>
                      </a:r>
                      <a:r>
                        <a:rPr kumimoji="1" lang="en-US" altLang="ja-JP" sz="1200" b="0" dirty="0" smtClean="0">
                          <a:solidFill>
                            <a:schemeClr val="tx1">
                              <a:lumMod val="65000"/>
                              <a:lumOff val="35000"/>
                            </a:schemeClr>
                          </a:solidFill>
                          <a:latin typeface="Meiryo UI" panose="020B0604030504040204" pitchFamily="50" charset="-128"/>
                          <a:ea typeface="Meiryo UI" panose="020B0604030504040204" pitchFamily="50" charset="-128"/>
                        </a:rPr>
                        <a:t>104-0043</a:t>
                      </a:r>
                    </a:p>
                    <a:p>
                      <a:r>
                        <a:rPr kumimoji="1" lang="ja-JP" altLang="en-US" sz="1200" b="0" dirty="0" smtClean="0">
                          <a:solidFill>
                            <a:schemeClr val="tx1">
                              <a:lumMod val="65000"/>
                              <a:lumOff val="35000"/>
                            </a:schemeClr>
                          </a:solidFill>
                          <a:latin typeface="Meiryo UI" panose="020B0604030504040204" pitchFamily="50" charset="-128"/>
                          <a:ea typeface="Meiryo UI" panose="020B0604030504040204" pitchFamily="50" charset="-128"/>
                        </a:rPr>
                        <a:t>東京都中央区湊</a:t>
                      </a:r>
                      <a:r>
                        <a:rPr kumimoji="1" lang="en-US" altLang="ja-JP" sz="1200" b="0" dirty="0" smtClean="0">
                          <a:solidFill>
                            <a:schemeClr val="tx1">
                              <a:lumMod val="65000"/>
                              <a:lumOff val="35000"/>
                            </a:schemeClr>
                          </a:solidFill>
                          <a:latin typeface="Meiryo UI" panose="020B0604030504040204" pitchFamily="50" charset="-128"/>
                          <a:ea typeface="Meiryo UI" panose="020B0604030504040204" pitchFamily="50" charset="-128"/>
                        </a:rPr>
                        <a:t>3-5-10</a:t>
                      </a:r>
                      <a:r>
                        <a:rPr kumimoji="1" lang="ja-JP" altLang="en-US" sz="1200" b="0" dirty="0" smtClean="0">
                          <a:solidFill>
                            <a:schemeClr val="tx1">
                              <a:lumMod val="65000"/>
                              <a:lumOff val="35000"/>
                            </a:schemeClr>
                          </a:solidFill>
                          <a:latin typeface="Meiryo UI" panose="020B0604030504040204" pitchFamily="50" charset="-128"/>
                          <a:ea typeface="Meiryo UI" panose="020B0604030504040204" pitchFamily="50" charset="-128"/>
                        </a:rPr>
                        <a:t>　</a:t>
                      </a:r>
                      <a:r>
                        <a:rPr kumimoji="1" lang="en-US" altLang="ja-JP" sz="1200" b="0" dirty="0" smtClean="0">
                          <a:solidFill>
                            <a:schemeClr val="tx1">
                              <a:lumMod val="65000"/>
                              <a:lumOff val="35000"/>
                            </a:schemeClr>
                          </a:solidFill>
                          <a:latin typeface="Meiryo UI" panose="020B0604030504040204" pitchFamily="50" charset="-128"/>
                          <a:ea typeface="Meiryo UI" panose="020B0604030504040204" pitchFamily="50" charset="-128"/>
                        </a:rPr>
                        <a:t>VORT</a:t>
                      </a:r>
                      <a:r>
                        <a:rPr lang="ja-JP" altLang="en-US" sz="1200" b="0" dirty="0" smtClean="0">
                          <a:solidFill>
                            <a:schemeClr val="tx1">
                              <a:lumMod val="65000"/>
                              <a:lumOff val="35000"/>
                            </a:schemeClr>
                          </a:solidFill>
                          <a:latin typeface="Meiryo UI" panose="020B0604030504040204" pitchFamily="50" charset="-128"/>
                          <a:ea typeface="Meiryo UI" panose="020B0604030504040204" pitchFamily="50" charset="-128"/>
                        </a:rPr>
                        <a:t>新富町　３</a:t>
                      </a:r>
                      <a:r>
                        <a:rPr lang="en-US" altLang="ja-JP" sz="1200" b="0" dirty="0" smtClean="0">
                          <a:solidFill>
                            <a:schemeClr val="tx1">
                              <a:lumMod val="65000"/>
                              <a:lumOff val="35000"/>
                            </a:schemeClr>
                          </a:solidFill>
                          <a:latin typeface="Meiryo UI" panose="020B0604030504040204" pitchFamily="50" charset="-128"/>
                          <a:ea typeface="Meiryo UI" panose="020B0604030504040204" pitchFamily="50" charset="-128"/>
                        </a:rPr>
                        <a:t>F</a:t>
                      </a:r>
                      <a:endParaRPr kumimoji="1" lang="ja-JP" altLang="en-US" sz="1200" b="0" dirty="0">
                        <a:solidFill>
                          <a:schemeClr val="tx1">
                            <a:lumMod val="65000"/>
                            <a:lumOff val="35000"/>
                          </a:schemeClr>
                        </a:solidFill>
                        <a:latin typeface="Meiryo UI" panose="020B0604030504040204" pitchFamily="50" charset="-128"/>
                        <a:ea typeface="Meiryo UI" panose="020B0604030504040204" pitchFamily="50" charset="-128"/>
                      </a:endParaRPr>
                    </a:p>
                  </a:txBody>
                  <a:tcPr anchor="ctr">
                    <a:lnL w="12700" cmpd="sng">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79434837"/>
                  </a:ext>
                </a:extLst>
              </a:tr>
              <a:tr h="360000">
                <a:tc>
                  <a:txBody>
                    <a:bodyPr/>
                    <a:lstStyle/>
                    <a:p>
                      <a:pPr algn="l"/>
                      <a:r>
                        <a:rPr kumimoji="1" lang="ja-JP" altLang="en-US" sz="1400" b="1" dirty="0" smtClean="0">
                          <a:solidFill>
                            <a:schemeClr val="tx1">
                              <a:lumMod val="65000"/>
                              <a:lumOff val="35000"/>
                            </a:schemeClr>
                          </a:solidFill>
                          <a:latin typeface="メイリオ" panose="020B0604030504040204" pitchFamily="50" charset="-128"/>
                          <a:ea typeface="メイリオ" panose="020B0604030504040204" pitchFamily="50" charset="-128"/>
                        </a:rPr>
                        <a:t>■設立年月日</a:t>
                      </a:r>
                      <a:endParaRPr kumimoji="1" lang="ja-JP" altLang="en-US" sz="1400" b="1" dirty="0">
                        <a:solidFill>
                          <a:schemeClr val="tx1">
                            <a:lumMod val="65000"/>
                            <a:lumOff val="35000"/>
                          </a:schemeClr>
                        </a:solidFill>
                        <a:latin typeface="メイリオ" panose="020B0604030504040204" pitchFamily="50" charset="-128"/>
                        <a:ea typeface="メイリオ" panose="020B0604030504040204" pitchFamily="50" charset="-128"/>
                      </a:endParaRPr>
                    </a:p>
                  </a:txBody>
                  <a:tcPr anchor="ctr">
                    <a:lnL w="12700" cmpd="sng">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smtClean="0">
                          <a:solidFill>
                            <a:schemeClr val="tx1">
                              <a:lumMod val="65000"/>
                              <a:lumOff val="35000"/>
                            </a:schemeClr>
                          </a:solidFill>
                          <a:latin typeface="Meiryo UI" panose="020B0604030504040204" pitchFamily="50" charset="-128"/>
                          <a:ea typeface="Meiryo UI" panose="020B0604030504040204" pitchFamily="50" charset="-128"/>
                        </a:rPr>
                        <a:t>2001</a:t>
                      </a:r>
                      <a:r>
                        <a:rPr kumimoji="1" lang="ja-JP" altLang="en-US" sz="1200" dirty="0" smtClean="0">
                          <a:solidFill>
                            <a:schemeClr val="tx1">
                              <a:lumMod val="65000"/>
                              <a:lumOff val="35000"/>
                            </a:schemeClr>
                          </a:solidFill>
                          <a:latin typeface="Meiryo UI" panose="020B0604030504040204" pitchFamily="50" charset="-128"/>
                          <a:ea typeface="Meiryo UI" panose="020B0604030504040204" pitchFamily="50" charset="-128"/>
                        </a:rPr>
                        <a:t>年</a:t>
                      </a:r>
                      <a:r>
                        <a:rPr kumimoji="1" lang="en-US" altLang="ja-JP" sz="1200" dirty="0" smtClean="0">
                          <a:solidFill>
                            <a:schemeClr val="tx1">
                              <a:lumMod val="65000"/>
                              <a:lumOff val="35000"/>
                            </a:schemeClr>
                          </a:solidFill>
                          <a:latin typeface="Meiryo UI" panose="020B0604030504040204" pitchFamily="50" charset="-128"/>
                          <a:ea typeface="Meiryo UI" panose="020B0604030504040204" pitchFamily="50" charset="-128"/>
                        </a:rPr>
                        <a:t>6</a:t>
                      </a:r>
                      <a:r>
                        <a:rPr kumimoji="1" lang="ja-JP" altLang="en-US" sz="1200" dirty="0" smtClean="0">
                          <a:solidFill>
                            <a:schemeClr val="tx1">
                              <a:lumMod val="65000"/>
                              <a:lumOff val="35000"/>
                            </a:schemeClr>
                          </a:solidFill>
                          <a:latin typeface="Meiryo UI" panose="020B0604030504040204" pitchFamily="50" charset="-128"/>
                          <a:ea typeface="Meiryo UI" panose="020B0604030504040204" pitchFamily="50" charset="-128"/>
                        </a:rPr>
                        <a:t>月</a:t>
                      </a:r>
                      <a:r>
                        <a:rPr kumimoji="1" lang="en-US" altLang="ja-JP" sz="1200" dirty="0" smtClean="0">
                          <a:solidFill>
                            <a:schemeClr val="tx1">
                              <a:lumMod val="65000"/>
                              <a:lumOff val="35000"/>
                            </a:schemeClr>
                          </a:solidFill>
                          <a:latin typeface="Meiryo UI" panose="020B0604030504040204" pitchFamily="50" charset="-128"/>
                          <a:ea typeface="Meiryo UI" panose="020B0604030504040204" pitchFamily="50" charset="-128"/>
                        </a:rPr>
                        <a:t>27</a:t>
                      </a:r>
                      <a:r>
                        <a:rPr kumimoji="1" lang="ja-JP" altLang="en-US" sz="1200" dirty="0" smtClean="0">
                          <a:solidFill>
                            <a:schemeClr val="tx1">
                              <a:lumMod val="65000"/>
                              <a:lumOff val="35000"/>
                            </a:schemeClr>
                          </a:solidFill>
                          <a:latin typeface="Meiryo UI" panose="020B0604030504040204" pitchFamily="50" charset="-128"/>
                          <a:ea typeface="Meiryo UI" panose="020B0604030504040204" pitchFamily="50" charset="-128"/>
                        </a:rPr>
                        <a:t>日</a:t>
                      </a:r>
                      <a:endParaRPr kumimoji="1" lang="en-US" altLang="ja-JP" sz="1200" dirty="0" smtClean="0">
                        <a:solidFill>
                          <a:schemeClr val="tx1">
                            <a:lumMod val="65000"/>
                            <a:lumOff val="35000"/>
                          </a:schemeClr>
                        </a:solidFill>
                        <a:latin typeface="Meiryo UI" panose="020B0604030504040204" pitchFamily="50" charset="-128"/>
                        <a:ea typeface="Meiryo UI" panose="020B0604030504040204" pitchFamily="50" charset="-128"/>
                      </a:endParaRPr>
                    </a:p>
                  </a:txBody>
                  <a:tcPr anchor="ctr">
                    <a:lnL w="12700" cmpd="sng">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45030106"/>
                  </a:ext>
                </a:extLst>
              </a:tr>
              <a:tr h="360000">
                <a:tc>
                  <a:txBody>
                    <a:bodyPr/>
                    <a:lstStyle/>
                    <a:p>
                      <a:pPr algn="l"/>
                      <a:r>
                        <a:rPr kumimoji="1" lang="ja-JP" altLang="en-US" sz="1400" b="1" dirty="0" smtClean="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400" b="1" dirty="0" smtClean="0">
                          <a:solidFill>
                            <a:schemeClr val="tx1">
                              <a:lumMod val="65000"/>
                              <a:lumOff val="35000"/>
                            </a:schemeClr>
                          </a:solidFill>
                          <a:latin typeface="メイリオ" panose="020B0604030504040204" pitchFamily="50" charset="-128"/>
                          <a:ea typeface="メイリオ" panose="020B0604030504040204" pitchFamily="50" charset="-128"/>
                        </a:rPr>
                        <a:t>代表者</a:t>
                      </a:r>
                      <a:endParaRPr kumimoji="1" lang="ja-JP" altLang="en-US" sz="1400" b="1" dirty="0">
                        <a:solidFill>
                          <a:schemeClr val="tx1">
                            <a:lumMod val="65000"/>
                            <a:lumOff val="35000"/>
                          </a:schemeClr>
                        </a:solidFill>
                        <a:latin typeface="メイリオ" panose="020B0604030504040204" pitchFamily="50" charset="-128"/>
                        <a:ea typeface="メイリオ" panose="020B0604030504040204" pitchFamily="50" charset="-128"/>
                      </a:endParaRPr>
                    </a:p>
                  </a:txBody>
                  <a:tcPr anchor="ctr">
                    <a:lnL w="12700" cmpd="sng">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ja-JP" altLang="en-US" sz="1200" dirty="0" smtClean="0">
                          <a:solidFill>
                            <a:schemeClr val="tx1">
                              <a:lumMod val="65000"/>
                              <a:lumOff val="35000"/>
                            </a:schemeClr>
                          </a:solidFill>
                          <a:latin typeface="Meiryo UI" panose="020B0604030504040204" pitchFamily="50" charset="-128"/>
                          <a:ea typeface="Meiryo UI" panose="020B0604030504040204" pitchFamily="50" charset="-128"/>
                        </a:rPr>
                        <a:t>松原　哲朗</a:t>
                      </a:r>
                      <a:endParaRPr kumimoji="1" lang="ja-JP" altLang="en-US" sz="1200" dirty="0">
                        <a:solidFill>
                          <a:schemeClr val="tx1">
                            <a:lumMod val="65000"/>
                            <a:lumOff val="35000"/>
                          </a:schemeClr>
                        </a:solidFill>
                        <a:latin typeface="Meiryo UI" panose="020B0604030504040204" pitchFamily="50" charset="-128"/>
                        <a:ea typeface="Meiryo UI" panose="020B0604030504040204" pitchFamily="50" charset="-128"/>
                      </a:endParaRPr>
                    </a:p>
                  </a:txBody>
                  <a:tcPr anchor="ctr">
                    <a:lnL w="12700" cmpd="sng">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62943346"/>
                  </a:ext>
                </a:extLst>
              </a:tr>
              <a:tr h="360000">
                <a:tc>
                  <a:txBody>
                    <a:bodyPr/>
                    <a:lstStyle/>
                    <a:p>
                      <a:pPr algn="l"/>
                      <a:r>
                        <a:rPr kumimoji="1" lang="ja-JP" altLang="en-US" sz="1400" b="1" dirty="0" smtClean="0">
                          <a:solidFill>
                            <a:schemeClr val="tx1">
                              <a:lumMod val="65000"/>
                              <a:lumOff val="35000"/>
                            </a:schemeClr>
                          </a:solidFill>
                          <a:latin typeface="メイリオ" panose="020B0604030504040204" pitchFamily="50" charset="-128"/>
                          <a:ea typeface="メイリオ" panose="020B0604030504040204" pitchFamily="50" charset="-128"/>
                        </a:rPr>
                        <a:t>■資本金</a:t>
                      </a:r>
                      <a:endParaRPr kumimoji="1" lang="ja-JP" altLang="en-US" sz="1400" b="1" dirty="0">
                        <a:solidFill>
                          <a:schemeClr val="tx1">
                            <a:lumMod val="65000"/>
                            <a:lumOff val="35000"/>
                          </a:schemeClr>
                        </a:solidFill>
                        <a:latin typeface="メイリオ" panose="020B0604030504040204" pitchFamily="50" charset="-128"/>
                        <a:ea typeface="メイリオ" panose="020B0604030504040204" pitchFamily="50" charset="-128"/>
                      </a:endParaRPr>
                    </a:p>
                  </a:txBody>
                  <a:tcPr anchor="ctr">
                    <a:lnL w="12700" cmpd="sng">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en-US" altLang="ja-JP" sz="1200" dirty="0" smtClean="0">
                          <a:solidFill>
                            <a:schemeClr val="tx1">
                              <a:lumMod val="65000"/>
                              <a:lumOff val="35000"/>
                            </a:schemeClr>
                          </a:solidFill>
                          <a:latin typeface="Meiryo UI" panose="020B0604030504040204" pitchFamily="50" charset="-128"/>
                          <a:ea typeface="Meiryo UI" panose="020B0604030504040204" pitchFamily="50" charset="-128"/>
                        </a:rPr>
                        <a:t>3,250</a:t>
                      </a:r>
                      <a:r>
                        <a:rPr kumimoji="1" lang="ja-JP" altLang="en-US" sz="1200" dirty="0" smtClean="0">
                          <a:solidFill>
                            <a:schemeClr val="tx1">
                              <a:lumMod val="65000"/>
                              <a:lumOff val="35000"/>
                            </a:schemeClr>
                          </a:solidFill>
                          <a:latin typeface="Meiryo UI" panose="020B0604030504040204" pitchFamily="50" charset="-128"/>
                          <a:ea typeface="Meiryo UI" panose="020B0604030504040204" pitchFamily="50" charset="-128"/>
                        </a:rPr>
                        <a:t>万円</a:t>
                      </a:r>
                      <a:endParaRPr kumimoji="1" lang="ja-JP" altLang="en-US" sz="1200" dirty="0">
                        <a:solidFill>
                          <a:schemeClr val="tx1">
                            <a:lumMod val="65000"/>
                            <a:lumOff val="35000"/>
                          </a:schemeClr>
                        </a:solidFill>
                        <a:latin typeface="Meiryo UI" panose="020B0604030504040204" pitchFamily="50" charset="-128"/>
                        <a:ea typeface="Meiryo UI" panose="020B0604030504040204" pitchFamily="50" charset="-128"/>
                      </a:endParaRPr>
                    </a:p>
                  </a:txBody>
                  <a:tcPr anchor="ctr">
                    <a:lnL w="12700" cmpd="sng">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0088977"/>
                  </a:ext>
                </a:extLst>
              </a:tr>
              <a:tr h="360000">
                <a:tc>
                  <a:txBody>
                    <a:bodyPr/>
                    <a:lstStyle/>
                    <a:p>
                      <a:pPr algn="l"/>
                      <a:r>
                        <a:rPr kumimoji="1" lang="ja-JP" altLang="en-US" sz="1400" b="1" dirty="0" smtClean="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400" b="1" dirty="0" smtClean="0">
                          <a:solidFill>
                            <a:schemeClr val="tx1">
                              <a:lumMod val="65000"/>
                              <a:lumOff val="35000"/>
                            </a:schemeClr>
                          </a:solidFill>
                          <a:latin typeface="メイリオ" panose="020B0604030504040204" pitchFamily="50" charset="-128"/>
                          <a:ea typeface="メイリオ" panose="020B0604030504040204" pitchFamily="50" charset="-128"/>
                        </a:rPr>
                        <a:t>従業員数</a:t>
                      </a:r>
                      <a:endParaRPr kumimoji="1" lang="ja-JP" altLang="en-US" sz="1400" b="1" dirty="0">
                        <a:solidFill>
                          <a:schemeClr val="tx1">
                            <a:lumMod val="65000"/>
                            <a:lumOff val="35000"/>
                          </a:schemeClr>
                        </a:solidFill>
                        <a:latin typeface="メイリオ" panose="020B0604030504040204" pitchFamily="50" charset="-128"/>
                        <a:ea typeface="メイリオ" panose="020B0604030504040204" pitchFamily="50" charset="-128"/>
                      </a:endParaRPr>
                    </a:p>
                  </a:txBody>
                  <a:tcPr anchor="ctr">
                    <a:lnL w="12700" cmpd="sng">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ja-JP" sz="1200" dirty="0" smtClean="0">
                          <a:solidFill>
                            <a:schemeClr val="tx1">
                              <a:lumMod val="65000"/>
                              <a:lumOff val="35000"/>
                            </a:schemeClr>
                          </a:solidFill>
                          <a:latin typeface="Meiryo UI" panose="020B0604030504040204" pitchFamily="50" charset="-128"/>
                          <a:ea typeface="Meiryo UI" panose="020B0604030504040204" pitchFamily="50" charset="-128"/>
                        </a:rPr>
                        <a:t>594</a:t>
                      </a:r>
                      <a:r>
                        <a:rPr lang="ja-JP" altLang="en-US" sz="1200" dirty="0" smtClean="0">
                          <a:solidFill>
                            <a:schemeClr val="tx1">
                              <a:lumMod val="65000"/>
                              <a:lumOff val="35000"/>
                            </a:schemeClr>
                          </a:solidFill>
                          <a:latin typeface="Meiryo UI" panose="020B0604030504040204" pitchFamily="50" charset="-128"/>
                          <a:ea typeface="Meiryo UI" panose="020B0604030504040204" pitchFamily="50" charset="-128"/>
                        </a:rPr>
                        <a:t>名（</a:t>
                      </a:r>
                      <a:r>
                        <a:rPr lang="en-US" altLang="ja-JP" sz="1200" dirty="0" smtClean="0">
                          <a:solidFill>
                            <a:schemeClr val="tx1">
                              <a:lumMod val="65000"/>
                              <a:lumOff val="35000"/>
                            </a:schemeClr>
                          </a:solidFill>
                          <a:latin typeface="Meiryo UI" panose="020B0604030504040204" pitchFamily="50" charset="-128"/>
                          <a:ea typeface="Meiryo UI" panose="020B0604030504040204" pitchFamily="50" charset="-128"/>
                        </a:rPr>
                        <a:t>2025</a:t>
                      </a:r>
                      <a:r>
                        <a:rPr lang="ja-JP" altLang="en-US" sz="1200" dirty="0" smtClean="0">
                          <a:solidFill>
                            <a:schemeClr val="tx1">
                              <a:lumMod val="65000"/>
                              <a:lumOff val="35000"/>
                            </a:schemeClr>
                          </a:solidFill>
                          <a:latin typeface="Meiryo UI" panose="020B0604030504040204" pitchFamily="50" charset="-128"/>
                          <a:ea typeface="Meiryo UI" panose="020B0604030504040204" pitchFamily="50" charset="-128"/>
                        </a:rPr>
                        <a:t>年</a:t>
                      </a:r>
                      <a:r>
                        <a:rPr lang="en-US" altLang="ja-JP" sz="1200" dirty="0" smtClean="0">
                          <a:solidFill>
                            <a:schemeClr val="tx1">
                              <a:lumMod val="65000"/>
                              <a:lumOff val="35000"/>
                            </a:schemeClr>
                          </a:solidFill>
                          <a:latin typeface="Meiryo UI" panose="020B0604030504040204" pitchFamily="50" charset="-128"/>
                          <a:ea typeface="Meiryo UI" panose="020B0604030504040204" pitchFamily="50" charset="-128"/>
                        </a:rPr>
                        <a:t>4</a:t>
                      </a:r>
                      <a:r>
                        <a:rPr lang="ja-JP" altLang="en-US" sz="1200" dirty="0" smtClean="0">
                          <a:solidFill>
                            <a:schemeClr val="tx1">
                              <a:lumMod val="65000"/>
                              <a:lumOff val="35000"/>
                            </a:schemeClr>
                          </a:solidFill>
                          <a:latin typeface="Meiryo UI" panose="020B0604030504040204" pitchFamily="50" charset="-128"/>
                          <a:ea typeface="Meiryo UI" panose="020B0604030504040204" pitchFamily="50" charset="-128"/>
                        </a:rPr>
                        <a:t>月</a:t>
                      </a:r>
                      <a:r>
                        <a:rPr lang="en-US" altLang="ja-JP" sz="1200" dirty="0" smtClean="0">
                          <a:solidFill>
                            <a:schemeClr val="tx1">
                              <a:lumMod val="65000"/>
                              <a:lumOff val="35000"/>
                            </a:schemeClr>
                          </a:solidFill>
                          <a:latin typeface="Meiryo UI" panose="020B0604030504040204" pitchFamily="50" charset="-128"/>
                          <a:ea typeface="Meiryo UI" panose="020B0604030504040204" pitchFamily="50" charset="-128"/>
                        </a:rPr>
                        <a:t>1</a:t>
                      </a:r>
                      <a:r>
                        <a:rPr lang="ja-JP" altLang="en-US" sz="1200" dirty="0" smtClean="0">
                          <a:solidFill>
                            <a:schemeClr val="tx1">
                              <a:lumMod val="65000"/>
                              <a:lumOff val="35000"/>
                            </a:schemeClr>
                          </a:solidFill>
                          <a:latin typeface="Meiryo UI" panose="020B0604030504040204" pitchFamily="50" charset="-128"/>
                          <a:ea typeface="Meiryo UI" panose="020B0604030504040204" pitchFamily="50" charset="-128"/>
                        </a:rPr>
                        <a:t>日現在）</a:t>
                      </a:r>
                      <a:endParaRPr lang="en-US" altLang="ja-JP" sz="1200" dirty="0" smtClean="0">
                        <a:solidFill>
                          <a:schemeClr val="tx1">
                            <a:lumMod val="65000"/>
                            <a:lumOff val="35000"/>
                          </a:schemeClr>
                        </a:solidFill>
                        <a:latin typeface="Meiryo UI" panose="020B0604030504040204" pitchFamily="50" charset="-128"/>
                        <a:ea typeface="Meiryo UI" panose="020B0604030504040204" pitchFamily="50" charset="-128"/>
                      </a:endParaRPr>
                    </a:p>
                  </a:txBody>
                  <a:tcPr anchor="ctr">
                    <a:lnL w="12700" cmpd="sng">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24690078"/>
                  </a:ext>
                </a:extLst>
              </a:tr>
              <a:tr h="360000">
                <a:tc>
                  <a:txBody>
                    <a:bodyPr/>
                    <a:lstStyle/>
                    <a:p>
                      <a:pPr algn="l"/>
                      <a:r>
                        <a:rPr kumimoji="1" lang="ja-JP" altLang="en-US" sz="1400" b="1" dirty="0" smtClean="0">
                          <a:solidFill>
                            <a:schemeClr val="tx1">
                              <a:lumMod val="65000"/>
                              <a:lumOff val="35000"/>
                            </a:schemeClr>
                          </a:solidFill>
                          <a:latin typeface="メイリオ" panose="020B0604030504040204" pitchFamily="50" charset="-128"/>
                          <a:ea typeface="メイリオ" panose="020B0604030504040204" pitchFamily="50" charset="-128"/>
                        </a:rPr>
                        <a:t>■子会社</a:t>
                      </a:r>
                      <a:endParaRPr kumimoji="1" lang="en-US" altLang="ja-JP" sz="1400" b="1" dirty="0" smtClean="0">
                        <a:solidFill>
                          <a:schemeClr val="tx1">
                            <a:lumMod val="65000"/>
                            <a:lumOff val="35000"/>
                          </a:schemeClr>
                        </a:solidFill>
                        <a:latin typeface="メイリオ" panose="020B0604030504040204" pitchFamily="50" charset="-128"/>
                        <a:ea typeface="メイリオ" panose="020B0604030504040204" pitchFamily="50" charset="-128"/>
                      </a:endParaRPr>
                    </a:p>
                  </a:txBody>
                  <a:tcPr anchor="ctr">
                    <a:lnL w="12700" cmpd="sng">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200" dirty="0" smtClean="0">
                          <a:solidFill>
                            <a:schemeClr val="tx1">
                              <a:lumMod val="65000"/>
                              <a:lumOff val="35000"/>
                            </a:schemeClr>
                          </a:solidFill>
                          <a:latin typeface="Meiryo UI" panose="020B0604030504040204" pitchFamily="50" charset="-128"/>
                          <a:ea typeface="Meiryo UI" panose="020B0604030504040204" pitchFamily="50" charset="-128"/>
                        </a:rPr>
                        <a:t>株式会社インディゴデータ（</a:t>
                      </a:r>
                      <a:r>
                        <a:rPr kumimoji="1" lang="en-US" altLang="ja-JP" sz="120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100%</a:t>
                      </a:r>
                      <a:r>
                        <a:rPr kumimoji="1" lang="ja-JP" altLang="en-US" sz="120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出資　子会社）</a:t>
                      </a:r>
                      <a:endParaRPr kumimoji="1" lang="ja-JP" altLang="en-US" sz="1200" dirty="0" smtClean="0">
                        <a:solidFill>
                          <a:schemeClr val="tx1">
                            <a:lumMod val="65000"/>
                            <a:lumOff val="35000"/>
                          </a:schemeClr>
                        </a:solidFill>
                        <a:latin typeface="Meiryo UI" panose="020B0604030504040204" pitchFamily="50" charset="-128"/>
                        <a:ea typeface="Meiryo UI" panose="020B0604030504040204" pitchFamily="50" charset="-128"/>
                      </a:endParaRPr>
                    </a:p>
                  </a:txBody>
                  <a:tcPr anchor="ctr">
                    <a:lnL w="12700" cmpd="sng">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29121966"/>
                  </a:ext>
                </a:extLst>
              </a:tr>
              <a:tr h="360000">
                <a:tc>
                  <a:txBody>
                    <a:bodyPr/>
                    <a:lstStyle/>
                    <a:p>
                      <a:pPr algn="l"/>
                      <a:r>
                        <a:rPr kumimoji="1" lang="ja-JP" altLang="en-US" sz="1400" b="1" dirty="0" smtClean="0">
                          <a:solidFill>
                            <a:schemeClr val="tx1">
                              <a:lumMod val="65000"/>
                              <a:lumOff val="35000"/>
                            </a:schemeClr>
                          </a:solidFill>
                          <a:latin typeface="メイリオ" panose="020B0604030504040204" pitchFamily="50" charset="-128"/>
                          <a:ea typeface="メイリオ" panose="020B0604030504040204" pitchFamily="50" charset="-128"/>
                        </a:rPr>
                        <a:t>■取引銀行</a:t>
                      </a:r>
                      <a:endParaRPr kumimoji="1" lang="en-US" altLang="ja-JP" sz="1400" b="1" dirty="0" smtClean="0">
                        <a:solidFill>
                          <a:schemeClr val="tx1">
                            <a:lumMod val="65000"/>
                            <a:lumOff val="35000"/>
                          </a:schemeClr>
                        </a:solidFill>
                        <a:latin typeface="メイリオ" panose="020B0604030504040204" pitchFamily="50" charset="-128"/>
                        <a:ea typeface="メイリオ" panose="020B0604030504040204" pitchFamily="50" charset="-128"/>
                      </a:endParaRPr>
                    </a:p>
                  </a:txBody>
                  <a:tcPr anchor="ctr">
                    <a:lnL w="12700" cmpd="sng">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200" dirty="0" smtClean="0">
                          <a:solidFill>
                            <a:schemeClr val="tx1">
                              <a:lumMod val="65000"/>
                              <a:lumOff val="35000"/>
                            </a:schemeClr>
                          </a:solidFill>
                          <a:latin typeface="Meiryo UI" panose="020B0604030504040204" pitchFamily="50" charset="-128"/>
                          <a:ea typeface="Meiryo UI" panose="020B0604030504040204" pitchFamily="50" charset="-128"/>
                        </a:rPr>
                        <a:t>みずほ銀行</a:t>
                      </a:r>
                      <a:r>
                        <a:rPr kumimoji="1" lang="en-US" altLang="ja-JP" sz="1200" dirty="0" smtClean="0">
                          <a:solidFill>
                            <a:schemeClr val="tx1">
                              <a:lumMod val="65000"/>
                              <a:lumOff val="35000"/>
                            </a:schemeClr>
                          </a:solidFill>
                          <a:latin typeface="Meiryo UI" panose="020B0604030504040204" pitchFamily="50" charset="-128"/>
                          <a:ea typeface="Meiryo UI" panose="020B0604030504040204" pitchFamily="50" charset="-128"/>
                        </a:rPr>
                        <a:t>/</a:t>
                      </a:r>
                      <a:r>
                        <a:rPr kumimoji="1" lang="ja-JP" altLang="en-US" sz="1200" dirty="0" smtClean="0">
                          <a:solidFill>
                            <a:schemeClr val="tx1">
                              <a:lumMod val="65000"/>
                              <a:lumOff val="35000"/>
                            </a:schemeClr>
                          </a:solidFill>
                          <a:latin typeface="Meiryo UI" panose="020B0604030504040204" pitchFamily="50" charset="-128"/>
                          <a:ea typeface="Meiryo UI" panose="020B0604030504040204" pitchFamily="50" charset="-128"/>
                        </a:rPr>
                        <a:t>三井住友銀行</a:t>
                      </a:r>
                      <a:r>
                        <a:rPr kumimoji="1" lang="en-US" altLang="ja-JP" sz="1200" dirty="0" smtClean="0">
                          <a:solidFill>
                            <a:schemeClr val="tx1">
                              <a:lumMod val="65000"/>
                              <a:lumOff val="35000"/>
                            </a:schemeClr>
                          </a:solidFill>
                          <a:latin typeface="Meiryo UI" panose="020B0604030504040204" pitchFamily="50" charset="-128"/>
                          <a:ea typeface="Meiryo UI" panose="020B0604030504040204" pitchFamily="50" charset="-128"/>
                        </a:rPr>
                        <a:t>/</a:t>
                      </a:r>
                      <a:r>
                        <a:rPr kumimoji="1" lang="ja-JP" altLang="en-US" sz="1200" dirty="0" smtClean="0">
                          <a:solidFill>
                            <a:schemeClr val="tx1">
                              <a:lumMod val="65000"/>
                              <a:lumOff val="35000"/>
                            </a:schemeClr>
                          </a:solidFill>
                          <a:latin typeface="Meiryo UI" panose="020B0604030504040204" pitchFamily="50" charset="-128"/>
                          <a:ea typeface="Meiryo UI" panose="020B0604030504040204" pitchFamily="50" charset="-128"/>
                        </a:rPr>
                        <a:t>三菱</a:t>
                      </a:r>
                      <a:r>
                        <a:rPr kumimoji="1" lang="en-US" altLang="ja-JP" sz="1200" dirty="0" smtClean="0">
                          <a:solidFill>
                            <a:schemeClr val="tx1">
                              <a:lumMod val="65000"/>
                              <a:lumOff val="35000"/>
                            </a:schemeClr>
                          </a:solidFill>
                          <a:latin typeface="Meiryo UI" panose="020B0604030504040204" pitchFamily="50" charset="-128"/>
                          <a:ea typeface="Meiryo UI" panose="020B0604030504040204" pitchFamily="50" charset="-128"/>
                        </a:rPr>
                        <a:t>UFJ</a:t>
                      </a:r>
                      <a:r>
                        <a:rPr kumimoji="1" lang="ja-JP" altLang="en-US" sz="1200" dirty="0" smtClean="0">
                          <a:solidFill>
                            <a:schemeClr val="tx1">
                              <a:lumMod val="65000"/>
                              <a:lumOff val="35000"/>
                            </a:schemeClr>
                          </a:solidFill>
                          <a:latin typeface="Meiryo UI" panose="020B0604030504040204" pitchFamily="50" charset="-128"/>
                          <a:ea typeface="Meiryo UI" panose="020B0604030504040204" pitchFamily="50" charset="-128"/>
                        </a:rPr>
                        <a:t>銀行</a:t>
                      </a:r>
                      <a:r>
                        <a:rPr kumimoji="1" lang="en-US" altLang="ja-JP" sz="1200" dirty="0" smtClean="0">
                          <a:solidFill>
                            <a:schemeClr val="tx1">
                              <a:lumMod val="65000"/>
                              <a:lumOff val="35000"/>
                            </a:schemeClr>
                          </a:solidFill>
                          <a:latin typeface="Meiryo UI" panose="020B0604030504040204" pitchFamily="50" charset="-128"/>
                          <a:ea typeface="Meiryo UI" panose="020B0604030504040204" pitchFamily="50" charset="-128"/>
                        </a:rPr>
                        <a:t>/</a:t>
                      </a:r>
                      <a:r>
                        <a:rPr kumimoji="1" lang="ja-JP" altLang="en-US" sz="1200" dirty="0" smtClean="0">
                          <a:solidFill>
                            <a:schemeClr val="tx1">
                              <a:lumMod val="65000"/>
                              <a:lumOff val="35000"/>
                            </a:schemeClr>
                          </a:solidFill>
                          <a:latin typeface="Meiryo UI" panose="020B0604030504040204" pitchFamily="50" charset="-128"/>
                          <a:ea typeface="Meiryo UI" panose="020B0604030504040204" pitchFamily="50" charset="-128"/>
                        </a:rPr>
                        <a:t>りそな銀行</a:t>
                      </a:r>
                    </a:p>
                  </a:txBody>
                  <a:tcPr anchor="ctr">
                    <a:lnL w="12700" cmpd="sng">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3278242"/>
                  </a:ext>
                </a:extLst>
              </a:tr>
              <a:tr h="762000">
                <a:tc>
                  <a:txBody>
                    <a:bodyPr/>
                    <a:lstStyle/>
                    <a:p>
                      <a:pPr algn="l"/>
                      <a:r>
                        <a:rPr kumimoji="1" lang="ja-JP" altLang="en-US" sz="1400" b="1" dirty="0" smtClean="0">
                          <a:solidFill>
                            <a:schemeClr val="tx1">
                              <a:lumMod val="65000"/>
                              <a:lumOff val="35000"/>
                            </a:schemeClr>
                          </a:solidFill>
                          <a:latin typeface="メイリオ" panose="020B0604030504040204" pitchFamily="50" charset="-128"/>
                          <a:ea typeface="メイリオ" panose="020B0604030504040204" pitchFamily="50" charset="-128"/>
                        </a:rPr>
                        <a:t>■事業拠点</a:t>
                      </a:r>
                      <a:endParaRPr kumimoji="1" lang="en-US" altLang="ja-JP" sz="1400" b="1" dirty="0" smtClean="0">
                        <a:solidFill>
                          <a:schemeClr val="tx1">
                            <a:lumMod val="65000"/>
                            <a:lumOff val="35000"/>
                          </a:schemeClr>
                        </a:solidFill>
                        <a:latin typeface="メイリオ" panose="020B0604030504040204" pitchFamily="50" charset="-128"/>
                        <a:ea typeface="メイリオ" panose="020B0604030504040204" pitchFamily="50" charset="-128"/>
                      </a:endParaRPr>
                    </a:p>
                  </a:txBody>
                  <a:tcPr anchor="ctr">
                    <a:lnL w="12700" cap="flat" cmpd="sng" algn="ctr">
                      <a:solidFill>
                        <a:schemeClr val="bg1"/>
                      </a:solidFill>
                      <a:prstDash val="solid"/>
                      <a:round/>
                      <a:headEnd type="none" w="med" len="med"/>
                      <a:tailEnd type="none" w="med" len="med"/>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latinLnBrk="0" hangingPunct="1">
                        <a:lnSpc>
                          <a:spcPct val="100000"/>
                        </a:lnSpc>
                      </a:pPr>
                      <a:r>
                        <a:rPr kumimoji="1" lang="ja-JP" altLang="en-US" sz="120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本社（東京都中央区湊</a:t>
                      </a:r>
                      <a:r>
                        <a:rPr kumimoji="1" lang="en-US" altLang="ja-JP" sz="120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3-5-10 VORT</a:t>
                      </a:r>
                      <a:r>
                        <a:rPr kumimoji="1" lang="ja-JP" altLang="en-US" sz="120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新富町 </a:t>
                      </a:r>
                      <a:r>
                        <a:rPr kumimoji="1" lang="en-US" altLang="ja-JP" sz="120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3F</a:t>
                      </a:r>
                      <a:r>
                        <a:rPr kumimoji="1" lang="ja-JP" altLang="en-US" sz="120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a:t>
                      </a:r>
                      <a:r>
                        <a:rPr kumimoji="1" lang="en-US" altLang="ja-JP" sz="120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7F</a:t>
                      </a:r>
                      <a:r>
                        <a:rPr kumimoji="1" lang="ja-JP" altLang="en-US" sz="120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a:t>
                      </a:r>
                    </a:p>
                    <a:p>
                      <a:pPr marL="0" algn="l" defTabSz="914400" rtl="0" eaLnBrk="1" latinLnBrk="0" hangingPunct="1">
                        <a:lnSpc>
                          <a:spcPct val="100000"/>
                        </a:lnSpc>
                      </a:pPr>
                      <a:r>
                        <a:rPr kumimoji="1" lang="ja-JP" altLang="en-US" sz="120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本社第二ビル（東京都中央区入船</a:t>
                      </a:r>
                      <a:r>
                        <a:rPr kumimoji="1" lang="en-US" altLang="ja-JP" sz="120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2-7-4 </a:t>
                      </a:r>
                      <a:r>
                        <a:rPr kumimoji="1" lang="ja-JP" altLang="en-US" sz="120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政光ビル </a:t>
                      </a:r>
                      <a:r>
                        <a:rPr kumimoji="1" lang="en-US" altLang="ja-JP" sz="120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2F</a:t>
                      </a:r>
                      <a:r>
                        <a:rPr kumimoji="1" lang="ja-JP" altLang="en-US" sz="120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a:t>
                      </a:r>
                    </a:p>
                    <a:p>
                      <a:pPr marL="0" algn="l" defTabSz="914400" rtl="0" eaLnBrk="1" latinLnBrk="0" hangingPunct="1">
                        <a:lnSpc>
                          <a:spcPct val="100000"/>
                        </a:lnSpc>
                      </a:pPr>
                      <a:r>
                        <a:rPr kumimoji="1" lang="ja-JP" altLang="en-US" sz="120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関西オフィス（大阪府大阪市中央区内本町</a:t>
                      </a:r>
                      <a:r>
                        <a:rPr kumimoji="1" lang="en-US" altLang="ja-JP" sz="120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1-2-15 </a:t>
                      </a:r>
                      <a:r>
                        <a:rPr kumimoji="1" lang="ja-JP" altLang="en-US" sz="120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谷四スクエアビル ８</a:t>
                      </a:r>
                      <a:r>
                        <a:rPr kumimoji="1" lang="en-US" altLang="ja-JP" sz="120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F-22</a:t>
                      </a:r>
                      <a:r>
                        <a:rPr kumimoji="1" lang="ja-JP" altLang="en-US" sz="120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a:t>
                      </a:r>
                    </a:p>
                    <a:p>
                      <a:pPr marL="0" algn="l" defTabSz="914400" rtl="0" eaLnBrk="1" latinLnBrk="0" hangingPunct="1">
                        <a:lnSpc>
                          <a:spcPct val="100000"/>
                        </a:lnSpc>
                      </a:pPr>
                      <a:r>
                        <a:rPr kumimoji="1" lang="ja-JP" altLang="en-US" sz="120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名古屋オフィス（愛知県名古屋市中区錦</a:t>
                      </a:r>
                      <a:r>
                        <a:rPr kumimoji="1" lang="en-US" altLang="ja-JP" sz="120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2-5-5 </a:t>
                      </a:r>
                      <a:r>
                        <a:rPr kumimoji="1" lang="ja-JP" altLang="en-US" sz="120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八木兵伝馬町ビル </a:t>
                      </a:r>
                      <a:r>
                        <a:rPr kumimoji="1" lang="en-US" altLang="ja-JP" sz="120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3F</a:t>
                      </a:r>
                      <a:r>
                        <a:rPr kumimoji="1" lang="ja-JP" altLang="en-US" sz="120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a:t>
                      </a:r>
                    </a:p>
                  </a:txBody>
                  <a:tcPr anchor="ctr">
                    <a:lnL w="12700" cmpd="sng">
                      <a:noFill/>
                    </a:lnL>
                    <a:lnR w="12700" cap="flat" cmpd="sng" algn="ctr">
                      <a:solidFill>
                        <a:schemeClr val="bg1"/>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3222987"/>
                  </a:ext>
                </a:extLst>
              </a:tr>
              <a:tr h="762000">
                <a:tc>
                  <a:txBody>
                    <a:bodyPr/>
                    <a:lstStyle/>
                    <a:p>
                      <a:pPr algn="l"/>
                      <a:r>
                        <a:rPr kumimoji="1" lang="ja-JP" altLang="en-US" sz="1400" b="1" dirty="0" smtClean="0">
                          <a:solidFill>
                            <a:schemeClr val="tx1">
                              <a:lumMod val="65000"/>
                              <a:lumOff val="35000"/>
                            </a:schemeClr>
                          </a:solidFill>
                          <a:latin typeface="メイリオ" panose="020B0604030504040204" pitchFamily="50" charset="-128"/>
                          <a:ea typeface="メイリオ" panose="020B0604030504040204" pitchFamily="50" charset="-128"/>
                        </a:rPr>
                        <a:t>■認証取得</a:t>
                      </a:r>
                      <a:endParaRPr kumimoji="1" lang="en-US" altLang="ja-JP" sz="1400" b="1" dirty="0" smtClean="0">
                        <a:solidFill>
                          <a:schemeClr val="tx1">
                            <a:lumMod val="65000"/>
                            <a:lumOff val="35000"/>
                          </a:schemeClr>
                        </a:solidFill>
                        <a:latin typeface="メイリオ" panose="020B0604030504040204" pitchFamily="50" charset="-128"/>
                        <a:ea typeface="メイリオ" panose="020B0604030504040204" pitchFamily="50" charset="-128"/>
                      </a:endParaRPr>
                    </a:p>
                  </a:txBody>
                  <a:tcPr anchor="ctr">
                    <a:lnL w="12700" cap="flat" cmpd="sng" algn="ctr">
                      <a:solidFill>
                        <a:schemeClr val="bg1"/>
                      </a:solidFill>
                      <a:prstDash val="solid"/>
                      <a:round/>
                      <a:headEnd type="none" w="med" len="med"/>
                      <a:tailEnd type="none" w="med" len="med"/>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株式会社</a:t>
                      </a:r>
                      <a:r>
                        <a:rPr kumimoji="1" lang="en-US" altLang="ja-JP" sz="105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NTT</a:t>
                      </a:r>
                      <a:r>
                        <a:rPr kumimoji="1" lang="ja-JP" altLang="en-US" sz="105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データ　アソシエイトパートナー</a:t>
                      </a:r>
                      <a:r>
                        <a:rPr kumimoji="1" lang="en-US" altLang="ja-JP" sz="105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(AP)</a:t>
                      </a:r>
                      <a:r>
                        <a:rPr kumimoji="1" lang="ja-JP" altLang="en-US" sz="105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認可取得</a:t>
                      </a:r>
                      <a:endParaRPr kumimoji="1" lang="en-US" altLang="ja-JP" sz="105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endParaRPr>
                    </a:p>
                    <a:p>
                      <a:pPr marL="0" algn="l" defTabSz="914400" rtl="0" eaLnBrk="1" latinLnBrk="0" hangingPunct="1">
                        <a:lnSpc>
                          <a:spcPct val="100000"/>
                        </a:lnSpc>
                      </a:pPr>
                      <a:r>
                        <a:rPr kumimoji="1" lang="en-US" altLang="ja-JP" sz="105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a:t>
                      </a:r>
                      <a:r>
                        <a:rPr kumimoji="1" lang="ja-JP" altLang="en-US" sz="105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財</a:t>
                      </a:r>
                      <a:r>
                        <a:rPr kumimoji="1" lang="en-US" altLang="ja-JP" sz="105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a:t>
                      </a:r>
                      <a:r>
                        <a:rPr kumimoji="1" lang="ja-JP" altLang="en-US" sz="105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日本科学技術連盟　品質マネジメントシステム</a:t>
                      </a:r>
                      <a:r>
                        <a:rPr kumimoji="1" lang="en-US" altLang="ja-JP" sz="105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(ISO9001)</a:t>
                      </a:r>
                      <a:r>
                        <a:rPr kumimoji="1" lang="ja-JP" altLang="en-US" sz="105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認証　</a:t>
                      </a:r>
                      <a:r>
                        <a:rPr kumimoji="1" lang="en-US" altLang="ja-JP" sz="105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a:t>
                      </a:r>
                      <a:r>
                        <a:rPr kumimoji="1" lang="ja-JP" altLang="en-US" sz="105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登録番号　</a:t>
                      </a:r>
                      <a:r>
                        <a:rPr kumimoji="1" lang="en-US" altLang="ja-JP" sz="105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JUSE-RA-1758〕</a:t>
                      </a:r>
                    </a:p>
                    <a:p>
                      <a:pPr marL="0" algn="l" defTabSz="914400" rtl="0" eaLnBrk="1" latinLnBrk="0" hangingPunct="1">
                        <a:lnSpc>
                          <a:spcPct val="100000"/>
                        </a:lnSpc>
                      </a:pPr>
                      <a:r>
                        <a:rPr kumimoji="1" lang="en-US" altLang="ja-JP" sz="105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a:t>
                      </a:r>
                      <a:r>
                        <a:rPr kumimoji="1" lang="ja-JP" altLang="en-US" sz="105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財</a:t>
                      </a:r>
                      <a:r>
                        <a:rPr kumimoji="1" lang="en-US" altLang="ja-JP" sz="105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a:t>
                      </a:r>
                      <a:r>
                        <a:rPr kumimoji="1" lang="ja-JP" altLang="en-US" sz="105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日本科学技術連盟　情報セキュリティマネジメントシステム</a:t>
                      </a:r>
                      <a:r>
                        <a:rPr kumimoji="1" lang="en-US" altLang="ja-JP" sz="105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(ISO/IEC27001)</a:t>
                      </a:r>
                      <a:r>
                        <a:rPr kumimoji="1" lang="ja-JP" altLang="en-US" sz="105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認証　</a:t>
                      </a:r>
                      <a:r>
                        <a:rPr kumimoji="1" lang="en-US" altLang="ja-JP" sz="105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a:t>
                      </a:r>
                      <a:r>
                        <a:rPr kumimoji="1" lang="ja-JP" altLang="en-US" sz="105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登録番号　</a:t>
                      </a:r>
                      <a:r>
                        <a:rPr kumimoji="1" lang="en-US" altLang="ja-JP" sz="105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JUSE-IR-227〕</a:t>
                      </a:r>
                    </a:p>
                    <a:p>
                      <a:pPr marL="0" algn="l" defTabSz="914400" rtl="0" eaLnBrk="1" latinLnBrk="0" hangingPunct="1">
                        <a:lnSpc>
                          <a:spcPct val="100000"/>
                        </a:lnSpc>
                      </a:pPr>
                      <a:r>
                        <a:rPr kumimoji="1" lang="ja-JP" altLang="en-US" sz="105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東京都知事　 一般建設業許可</a:t>
                      </a:r>
                      <a:r>
                        <a:rPr kumimoji="1" lang="en-US" altLang="ja-JP" sz="105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a:t>
                      </a:r>
                      <a:r>
                        <a:rPr kumimoji="1" lang="ja-JP" altLang="en-US" sz="105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電気通信工事業</a:t>
                      </a:r>
                      <a:r>
                        <a:rPr kumimoji="1" lang="en-US" altLang="ja-JP" sz="105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a:t>
                      </a:r>
                      <a:r>
                        <a:rPr kumimoji="1" lang="ja-JP" altLang="en-US" sz="105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認定　</a:t>
                      </a:r>
                      <a:r>
                        <a:rPr kumimoji="1" lang="en-US" altLang="ja-JP" sz="105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a:t>
                      </a:r>
                      <a:r>
                        <a:rPr kumimoji="1" lang="ja-JP" altLang="en-US" sz="105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許可番号　東京都知事　許可</a:t>
                      </a:r>
                      <a:r>
                        <a:rPr kumimoji="1" lang="en-US" altLang="ja-JP" sz="105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a:t>
                      </a:r>
                      <a:r>
                        <a:rPr kumimoji="1" lang="ja-JP" altLang="en-US" sz="105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般－</a:t>
                      </a:r>
                      <a:r>
                        <a:rPr kumimoji="1" lang="en-US" altLang="ja-JP" sz="105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20)</a:t>
                      </a:r>
                      <a:r>
                        <a:rPr kumimoji="1" lang="ja-JP" altLang="en-US" sz="105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第</a:t>
                      </a:r>
                      <a:r>
                        <a:rPr kumimoji="1" lang="en-US" altLang="ja-JP" sz="105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131901</a:t>
                      </a:r>
                      <a:r>
                        <a:rPr kumimoji="1" lang="ja-JP" altLang="en-US" sz="105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号</a:t>
                      </a:r>
                      <a:r>
                        <a:rPr kumimoji="1" lang="en-US" altLang="ja-JP" sz="105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a:t>
                      </a:r>
                    </a:p>
                    <a:p>
                      <a:pPr marL="0" algn="l" defTabSz="914400" rtl="0" eaLnBrk="1" latinLnBrk="0" hangingPunct="1">
                        <a:lnSpc>
                          <a:spcPct val="100000"/>
                        </a:lnSpc>
                      </a:pPr>
                      <a:r>
                        <a:rPr kumimoji="1" lang="ja-JP" altLang="en-US" sz="105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厚生労働省　 一般労働者派遣事業許可認定　</a:t>
                      </a:r>
                      <a:r>
                        <a:rPr kumimoji="1" lang="en-US" altLang="ja-JP" sz="105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a:t>
                      </a:r>
                      <a:r>
                        <a:rPr kumimoji="1" lang="ja-JP" altLang="en-US" sz="105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許可番号　派</a:t>
                      </a:r>
                      <a:r>
                        <a:rPr kumimoji="1" lang="en-US" altLang="ja-JP" sz="105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13</a:t>
                      </a:r>
                      <a:r>
                        <a:rPr kumimoji="1" lang="ja-JP" altLang="en-US" sz="105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a:t>
                      </a:r>
                      <a:r>
                        <a:rPr kumimoji="1" lang="en-US" altLang="ja-JP" sz="105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010960〕</a:t>
                      </a:r>
                    </a:p>
                    <a:p>
                      <a:pPr marL="0" algn="l" defTabSz="914400" rtl="0" eaLnBrk="1" latinLnBrk="0" hangingPunct="1">
                        <a:lnSpc>
                          <a:spcPct val="100000"/>
                        </a:lnSpc>
                      </a:pPr>
                      <a:r>
                        <a:rPr kumimoji="1" lang="ja-JP" altLang="en-US" sz="105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厚生労働省　有料職業紹介事業許可認定　</a:t>
                      </a:r>
                      <a:r>
                        <a:rPr kumimoji="1" lang="en-US" altLang="ja-JP" sz="105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a:t>
                      </a:r>
                      <a:r>
                        <a:rPr kumimoji="1" lang="ja-JP" altLang="en-US" sz="105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許可番号　</a:t>
                      </a:r>
                      <a:r>
                        <a:rPr kumimoji="1" lang="en-US" altLang="ja-JP" sz="105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13</a:t>
                      </a:r>
                      <a:r>
                        <a:rPr kumimoji="1" lang="ja-JP" altLang="en-US" sz="105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－ユ－</a:t>
                      </a:r>
                      <a:r>
                        <a:rPr kumimoji="1" lang="en-US" altLang="ja-JP" sz="105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010931〕</a:t>
                      </a:r>
                    </a:p>
                    <a:p>
                      <a:pPr marL="0" algn="l" defTabSz="914400" rtl="0" eaLnBrk="1" latinLnBrk="0" hangingPunct="1">
                        <a:lnSpc>
                          <a:spcPct val="100000"/>
                        </a:lnSpc>
                      </a:pPr>
                      <a:r>
                        <a:rPr kumimoji="1" lang="en-US" altLang="ja-JP" sz="1050" kern="1200" dirty="0" err="1" smtClean="0">
                          <a:solidFill>
                            <a:schemeClr val="tx1">
                              <a:lumMod val="65000"/>
                              <a:lumOff val="35000"/>
                            </a:schemeClr>
                          </a:solidFill>
                          <a:latin typeface="Meiryo UI" panose="020B0604030504040204" pitchFamily="50" charset="-128"/>
                          <a:ea typeface="Meiryo UI" panose="020B0604030504040204" pitchFamily="50" charset="-128"/>
                          <a:cs typeface="+mn-cs"/>
                        </a:rPr>
                        <a:t>PeopleCert</a:t>
                      </a:r>
                      <a:r>
                        <a:rPr kumimoji="1" lang="zh-TW" altLang="en-US" sz="105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教育事業者認定</a:t>
                      </a:r>
                      <a:r>
                        <a:rPr kumimoji="1" lang="ja-JP" altLang="en-US" sz="105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a:t>
                      </a:r>
                      <a:r>
                        <a:rPr kumimoji="1" lang="en-US" altLang="ja-JP" sz="105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ITIL</a:t>
                      </a:r>
                      <a:r>
                        <a:rPr kumimoji="1" lang="ja-JP" altLang="en-US" sz="105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a:t>
                      </a:r>
                      <a:endParaRPr kumimoji="1" lang="en-US" altLang="ja-JP" sz="105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経済産業省　</a:t>
                      </a:r>
                      <a:r>
                        <a:rPr kumimoji="1" lang="en-US" altLang="ja-JP" sz="105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DX</a:t>
                      </a:r>
                      <a:r>
                        <a:rPr kumimoji="1" lang="ja-JP" altLang="en-US" sz="105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rPr>
                        <a:t>認定事業者認定</a:t>
                      </a:r>
                      <a:endParaRPr kumimoji="1" lang="en-US" altLang="ja-JP" sz="1050" kern="1200" dirty="0" smtClean="0">
                        <a:solidFill>
                          <a:schemeClr val="tx1">
                            <a:lumMod val="65000"/>
                            <a:lumOff val="35000"/>
                          </a:schemeClr>
                        </a:solidFill>
                        <a:latin typeface="Meiryo UI" panose="020B0604030504040204" pitchFamily="50" charset="-128"/>
                        <a:ea typeface="Meiryo UI" panose="020B0604030504040204" pitchFamily="50" charset="-128"/>
                        <a:cs typeface="+mn-cs"/>
                      </a:endParaRPr>
                    </a:p>
                  </a:txBody>
                  <a:tcPr anchor="ctr">
                    <a:lnL w="12700" cmpd="sng">
                      <a:noFill/>
                    </a:lnL>
                    <a:lnR w="12700" cap="flat" cmpd="sng" algn="ctr">
                      <a:solidFill>
                        <a:schemeClr val="bg1"/>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84922921"/>
                  </a:ext>
                </a:extLst>
              </a:tr>
            </a:tbl>
          </a:graphicData>
        </a:graphic>
      </p:graphicFrame>
      <p:sp>
        <p:nvSpPr>
          <p:cNvPr id="6" name="タイトル 3"/>
          <p:cNvSpPr txBox="1">
            <a:spLocks/>
          </p:cNvSpPr>
          <p:nvPr/>
        </p:nvSpPr>
        <p:spPr>
          <a:xfrm>
            <a:off x="751915" y="608053"/>
            <a:ext cx="11293475" cy="5302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2800" b="1" smtClean="0">
                <a:solidFill>
                  <a:schemeClr val="tx2"/>
                </a:solidFill>
                <a:latin typeface="ＭＳ Ｐゴシック" panose="020B0600070205080204" pitchFamily="50" charset="-128"/>
                <a:ea typeface="ＭＳ Ｐゴシック" panose="020B0600070205080204" pitchFamily="50" charset="-128"/>
              </a:rPr>
              <a:t>会社概要①</a:t>
            </a:r>
            <a:endParaRPr lang="ja-JP" altLang="en-US" sz="2800" b="1" dirty="0">
              <a:solidFill>
                <a:schemeClr val="tx2"/>
              </a:solidFill>
              <a:latin typeface="ＭＳ Ｐゴシック" panose="020B0600070205080204" pitchFamily="50" charset="-128"/>
              <a:ea typeface="ＭＳ Ｐゴシック" panose="020B0600070205080204" pitchFamily="50" charset="-128"/>
            </a:endParaRPr>
          </a:p>
        </p:txBody>
      </p:sp>
    </p:spTree>
    <p:extLst>
      <p:ext uri="{BB962C8B-B14F-4D97-AF65-F5344CB8AC3E}">
        <p14:creationId xmlns:p14="http://schemas.microsoft.com/office/powerpoint/2010/main" val="212195504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 4"/>
          <p:cNvGraphicFramePr>
            <a:graphicFrameLocks noGrp="1"/>
          </p:cNvGraphicFramePr>
          <p:nvPr>
            <p:extLst/>
          </p:nvPr>
        </p:nvGraphicFramePr>
        <p:xfrm>
          <a:off x="1115250" y="2378445"/>
          <a:ext cx="4716208" cy="3888000"/>
        </p:xfrm>
        <a:graphic>
          <a:graphicData uri="http://schemas.openxmlformats.org/drawingml/2006/table">
            <a:tbl>
              <a:tblPr firstRow="1" bandRow="1">
                <a:tableStyleId>{5C22544A-7EE6-4342-B048-85BDC9FD1C3A}</a:tableStyleId>
              </a:tblPr>
              <a:tblGrid>
                <a:gridCol w="4716208">
                  <a:extLst>
                    <a:ext uri="{9D8B030D-6E8A-4147-A177-3AD203B41FA5}">
                      <a16:colId xmlns:a16="http://schemas.microsoft.com/office/drawing/2014/main" val="1531042554"/>
                    </a:ext>
                  </a:extLst>
                </a:gridCol>
              </a:tblGrid>
              <a:tr h="648000">
                <a:tc>
                  <a:txBody>
                    <a:bodyPr/>
                    <a:lstStyle/>
                    <a:p>
                      <a:pPr algn="l"/>
                      <a:r>
                        <a:rPr kumimoji="1" lang="en-US" altLang="ja-JP" sz="1200" b="1" dirty="0" smtClean="0">
                          <a:solidFill>
                            <a:schemeClr val="tx1">
                              <a:lumMod val="65000"/>
                              <a:lumOff val="35000"/>
                            </a:schemeClr>
                          </a:solidFill>
                          <a:latin typeface="メイリオ" panose="020B0604030504040204" pitchFamily="50" charset="-128"/>
                          <a:ea typeface="メイリオ" panose="020B0604030504040204" pitchFamily="50" charset="-128"/>
                        </a:rPr>
                        <a:t>1.IT</a:t>
                      </a:r>
                      <a:r>
                        <a:rPr kumimoji="1" lang="ja-JP" altLang="en-US" sz="1200" b="1" dirty="0" smtClean="0">
                          <a:solidFill>
                            <a:schemeClr val="tx1">
                              <a:lumMod val="65000"/>
                              <a:lumOff val="35000"/>
                            </a:schemeClr>
                          </a:solidFill>
                          <a:latin typeface="メイリオ" panose="020B0604030504040204" pitchFamily="50" charset="-128"/>
                          <a:ea typeface="メイリオ" panose="020B0604030504040204" pitchFamily="50" charset="-128"/>
                        </a:rPr>
                        <a:t>コンサルティング</a:t>
                      </a:r>
                      <a:endParaRPr kumimoji="1" lang="en-US" altLang="ja-JP" sz="1200" b="1" dirty="0" smtClean="0">
                        <a:solidFill>
                          <a:schemeClr val="tx1">
                            <a:lumMod val="65000"/>
                            <a:lumOff val="35000"/>
                          </a:schemeClr>
                        </a:solidFill>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dirty="0" smtClean="0">
                          <a:solidFill>
                            <a:schemeClr val="tx1">
                              <a:lumMod val="65000"/>
                              <a:lumOff val="35000"/>
                            </a:schemeClr>
                          </a:solidFill>
                          <a:latin typeface="Meiryo UI" panose="020B0604030504040204" pitchFamily="50" charset="-128"/>
                          <a:ea typeface="Meiryo UI" panose="020B0604030504040204" pitchFamily="50" charset="-128"/>
                        </a:rPr>
                        <a:t>運用改善コンサルティング </a:t>
                      </a:r>
                      <a:r>
                        <a:rPr kumimoji="1" lang="en-US" altLang="ja-JP" sz="1200" b="0" dirty="0" smtClean="0">
                          <a:solidFill>
                            <a:schemeClr val="tx1">
                              <a:lumMod val="65000"/>
                              <a:lumOff val="35000"/>
                            </a:schemeClr>
                          </a:solidFill>
                          <a:latin typeface="Meiryo UI" panose="020B0604030504040204" pitchFamily="50" charset="-128"/>
                          <a:ea typeface="Meiryo UI" panose="020B0604030504040204" pitchFamily="50" charset="-128"/>
                        </a:rPr>
                        <a:t>/ </a:t>
                      </a:r>
                      <a:r>
                        <a:rPr kumimoji="1" lang="ja-JP" altLang="en-US" sz="1200" b="0" dirty="0" smtClean="0">
                          <a:solidFill>
                            <a:schemeClr val="tx1">
                              <a:lumMod val="65000"/>
                              <a:lumOff val="35000"/>
                            </a:schemeClr>
                          </a:solidFill>
                          <a:latin typeface="Meiryo UI" panose="020B0604030504040204" pitchFamily="50" charset="-128"/>
                          <a:ea typeface="Meiryo UI" panose="020B0604030504040204" pitchFamily="50" charset="-128"/>
                        </a:rPr>
                        <a:t>セキュリティコンサルティング</a:t>
                      </a: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1375308"/>
                  </a:ext>
                </a:extLst>
              </a:tr>
              <a:tr h="648000">
                <a:tc>
                  <a:txBody>
                    <a:bodyPr/>
                    <a:lstStyle/>
                    <a:p>
                      <a:pPr algn="l"/>
                      <a:r>
                        <a:rPr kumimoji="1" lang="en-US" altLang="ja-JP" sz="1200" b="1" dirty="0" smtClean="0">
                          <a:solidFill>
                            <a:schemeClr val="tx1">
                              <a:lumMod val="65000"/>
                              <a:lumOff val="35000"/>
                            </a:schemeClr>
                          </a:solidFill>
                          <a:latin typeface="メイリオ" panose="020B0604030504040204" pitchFamily="50" charset="-128"/>
                          <a:ea typeface="メイリオ" panose="020B0604030504040204" pitchFamily="50" charset="-128"/>
                        </a:rPr>
                        <a:t>2.</a:t>
                      </a:r>
                      <a:r>
                        <a:rPr kumimoji="1" lang="ja-JP" altLang="en-US" sz="1200" b="1" dirty="0" smtClean="0">
                          <a:solidFill>
                            <a:schemeClr val="tx1">
                              <a:lumMod val="65000"/>
                              <a:lumOff val="35000"/>
                            </a:schemeClr>
                          </a:solidFill>
                          <a:latin typeface="メイリオ" panose="020B0604030504040204" pitchFamily="50" charset="-128"/>
                          <a:ea typeface="メイリオ" panose="020B0604030504040204" pitchFamily="50" charset="-128"/>
                        </a:rPr>
                        <a:t>エンジニアリング</a:t>
                      </a:r>
                      <a:endParaRPr kumimoji="1" lang="en-US" altLang="ja-JP" sz="1200" b="1" dirty="0" smtClean="0">
                        <a:solidFill>
                          <a:schemeClr val="tx1">
                            <a:lumMod val="65000"/>
                            <a:lumOff val="35000"/>
                          </a:schemeClr>
                        </a:solidFill>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dirty="0" smtClean="0">
                          <a:solidFill>
                            <a:schemeClr val="tx1">
                              <a:lumMod val="65000"/>
                              <a:lumOff val="35000"/>
                            </a:schemeClr>
                          </a:solidFill>
                          <a:latin typeface="Meiryo UI" panose="020B0604030504040204" pitchFamily="50" charset="-128"/>
                          <a:ea typeface="Meiryo UI" panose="020B0604030504040204" pitchFamily="50" charset="-128"/>
                        </a:rPr>
                        <a:t>システム運用設計 </a:t>
                      </a:r>
                      <a:r>
                        <a:rPr kumimoji="1" lang="en-US" altLang="ja-JP" sz="1200" b="0" dirty="0" smtClean="0">
                          <a:solidFill>
                            <a:schemeClr val="tx1">
                              <a:lumMod val="65000"/>
                              <a:lumOff val="35000"/>
                            </a:schemeClr>
                          </a:solidFill>
                          <a:latin typeface="Meiryo UI" panose="020B0604030504040204" pitchFamily="50" charset="-128"/>
                          <a:ea typeface="Meiryo UI" panose="020B0604030504040204" pitchFamily="50" charset="-128"/>
                        </a:rPr>
                        <a:t>/ </a:t>
                      </a:r>
                      <a:r>
                        <a:rPr kumimoji="1" lang="ja-JP" altLang="en-US" sz="1200" b="0" dirty="0" smtClean="0">
                          <a:solidFill>
                            <a:schemeClr val="tx1">
                              <a:lumMod val="65000"/>
                              <a:lumOff val="35000"/>
                            </a:schemeClr>
                          </a:solidFill>
                          <a:latin typeface="Meiryo UI" panose="020B0604030504040204" pitchFamily="50" charset="-128"/>
                          <a:ea typeface="Meiryo UI" panose="020B0604030504040204" pitchFamily="50" charset="-128"/>
                        </a:rPr>
                        <a:t>システム開発 </a:t>
                      </a:r>
                      <a:r>
                        <a:rPr kumimoji="1" lang="en-US" altLang="ja-JP" sz="1200" b="0" dirty="0" smtClean="0">
                          <a:solidFill>
                            <a:schemeClr val="tx1">
                              <a:lumMod val="65000"/>
                              <a:lumOff val="35000"/>
                            </a:schemeClr>
                          </a:solidFill>
                          <a:latin typeface="Meiryo UI" panose="020B0604030504040204" pitchFamily="50" charset="-128"/>
                          <a:ea typeface="Meiryo UI" panose="020B0604030504040204" pitchFamily="50" charset="-128"/>
                        </a:rPr>
                        <a:t>/ </a:t>
                      </a:r>
                      <a:r>
                        <a:rPr kumimoji="1" lang="ja-JP" altLang="en-US" sz="1200" b="0" dirty="0" smtClean="0">
                          <a:solidFill>
                            <a:schemeClr val="tx1">
                              <a:lumMod val="65000"/>
                              <a:lumOff val="35000"/>
                            </a:schemeClr>
                          </a:solidFill>
                          <a:latin typeface="Meiryo UI" panose="020B0604030504040204" pitchFamily="50" charset="-128"/>
                          <a:ea typeface="Meiryo UI" panose="020B0604030504040204" pitchFamily="50" charset="-128"/>
                        </a:rPr>
                        <a:t>性能改善ソリューション </a:t>
                      </a:r>
                      <a:r>
                        <a:rPr kumimoji="1" lang="en-US" altLang="ja-JP" sz="1200" b="0" dirty="0" smtClean="0">
                          <a:solidFill>
                            <a:schemeClr val="tx1">
                              <a:lumMod val="65000"/>
                              <a:lumOff val="35000"/>
                            </a:schemeClr>
                          </a:solidFill>
                          <a:latin typeface="Meiryo UI" panose="020B0604030504040204" pitchFamily="50" charset="-128"/>
                          <a:ea typeface="Meiryo UI" panose="020B0604030504040204" pitchFamily="50" charset="-128"/>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dirty="0" smtClean="0">
                          <a:solidFill>
                            <a:schemeClr val="tx1">
                              <a:lumMod val="65000"/>
                              <a:lumOff val="35000"/>
                            </a:schemeClr>
                          </a:solidFill>
                          <a:latin typeface="Meiryo UI" panose="020B0604030504040204" pitchFamily="50" charset="-128"/>
                          <a:ea typeface="Meiryo UI" panose="020B0604030504040204" pitchFamily="50" charset="-128"/>
                        </a:rPr>
                        <a:t>仮想化（設計・構築・移行）ソリューション  </a:t>
                      </a:r>
                      <a:r>
                        <a:rPr kumimoji="1" lang="en-US" altLang="ja-JP" sz="1200" b="0" dirty="0" smtClean="0">
                          <a:solidFill>
                            <a:schemeClr val="tx1">
                              <a:lumMod val="65000"/>
                              <a:lumOff val="35000"/>
                            </a:schemeClr>
                          </a:solidFill>
                          <a:latin typeface="Meiryo UI" panose="020B0604030504040204" pitchFamily="50" charset="-128"/>
                          <a:ea typeface="Meiryo UI" panose="020B0604030504040204" pitchFamily="50" charset="-128"/>
                        </a:rPr>
                        <a:t>/ </a:t>
                      </a:r>
                      <a:r>
                        <a:rPr kumimoji="1" lang="ja-JP" altLang="en-US" sz="1200" b="0" dirty="0" smtClean="0">
                          <a:solidFill>
                            <a:schemeClr val="tx1">
                              <a:lumMod val="65000"/>
                              <a:lumOff val="35000"/>
                            </a:schemeClr>
                          </a:solidFill>
                          <a:latin typeface="Meiryo UI" panose="020B0604030504040204" pitchFamily="50" charset="-128"/>
                          <a:ea typeface="Meiryo UI" panose="020B0604030504040204" pitchFamily="50" charset="-128"/>
                        </a:rPr>
                        <a:t>クラウドリフト</a:t>
                      </a:r>
                      <a:r>
                        <a:rPr kumimoji="1" lang="en-US" altLang="ja-JP" sz="1200" b="0" dirty="0" smtClean="0">
                          <a:solidFill>
                            <a:schemeClr val="tx1">
                              <a:lumMod val="65000"/>
                              <a:lumOff val="35000"/>
                            </a:schemeClr>
                          </a:solidFill>
                          <a:latin typeface="Meiryo UI" panose="020B0604030504040204" pitchFamily="50" charset="-128"/>
                          <a:ea typeface="Meiryo UI" panose="020B0604030504040204" pitchFamily="50" charset="-128"/>
                        </a:rPr>
                        <a:t>&amp;</a:t>
                      </a:r>
                      <a:r>
                        <a:rPr kumimoji="1" lang="ja-JP" altLang="en-US" sz="1200" b="0" dirty="0" smtClean="0">
                          <a:solidFill>
                            <a:schemeClr val="tx1">
                              <a:lumMod val="65000"/>
                              <a:lumOff val="35000"/>
                            </a:schemeClr>
                          </a:solidFill>
                          <a:latin typeface="Meiryo UI" panose="020B0604030504040204" pitchFamily="50" charset="-128"/>
                          <a:ea typeface="Meiryo UI" panose="020B0604030504040204" pitchFamily="50" charset="-128"/>
                        </a:rPr>
                        <a:t>シフト</a:t>
                      </a:r>
                      <a:endParaRPr kumimoji="1" lang="en-US" altLang="ja-JP" sz="1200" b="0" dirty="0" smtClean="0">
                        <a:solidFill>
                          <a:schemeClr val="tx1">
                            <a:lumMod val="65000"/>
                            <a:lumOff val="35000"/>
                          </a:schemeClr>
                        </a:solidFill>
                        <a:latin typeface="Meiryo UI" panose="020B0604030504040204" pitchFamily="50" charset="-128"/>
                        <a:ea typeface="Meiryo UI" panose="020B0604030504040204" pitchFamily="50" charset="-128"/>
                      </a:endParaRPr>
                    </a:p>
                  </a:txBody>
                  <a:tcPr anchor="ctr">
                    <a:lnL w="12700" cmpd="sng">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79434837"/>
                  </a:ext>
                </a:extLst>
              </a:tr>
              <a:tr h="648000">
                <a:tc>
                  <a:txBody>
                    <a:bodyPr/>
                    <a:lstStyle/>
                    <a:p>
                      <a:pPr algn="l"/>
                      <a:r>
                        <a:rPr kumimoji="1" lang="en-US" altLang="ja-JP" sz="1200" b="1" dirty="0" smtClean="0">
                          <a:solidFill>
                            <a:schemeClr val="tx1">
                              <a:lumMod val="65000"/>
                              <a:lumOff val="35000"/>
                            </a:schemeClr>
                          </a:solidFill>
                          <a:latin typeface="メイリオ" panose="020B0604030504040204" pitchFamily="50" charset="-128"/>
                          <a:ea typeface="メイリオ" panose="020B0604030504040204" pitchFamily="50" charset="-128"/>
                        </a:rPr>
                        <a:t>3.IT</a:t>
                      </a:r>
                      <a:r>
                        <a:rPr kumimoji="1" lang="ja-JP" altLang="en-US" sz="1200" b="1" dirty="0" smtClean="0">
                          <a:solidFill>
                            <a:schemeClr val="tx1">
                              <a:lumMod val="65000"/>
                              <a:lumOff val="35000"/>
                            </a:schemeClr>
                          </a:solidFill>
                          <a:latin typeface="メイリオ" panose="020B0604030504040204" pitchFamily="50" charset="-128"/>
                          <a:ea typeface="メイリオ" panose="020B0604030504040204" pitchFamily="50" charset="-128"/>
                        </a:rPr>
                        <a:t>運用事業</a:t>
                      </a:r>
                      <a:endParaRPr kumimoji="1" lang="en-US" altLang="ja-JP" sz="1200" b="1" dirty="0" smtClean="0">
                        <a:solidFill>
                          <a:schemeClr val="tx1">
                            <a:lumMod val="65000"/>
                            <a:lumOff val="35000"/>
                          </a:schemeClr>
                        </a:solidFill>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smtClean="0">
                          <a:solidFill>
                            <a:schemeClr val="tx1">
                              <a:lumMod val="65000"/>
                              <a:lumOff val="35000"/>
                            </a:schemeClr>
                          </a:solidFill>
                          <a:latin typeface="Meiryo UI" panose="020B0604030504040204" pitchFamily="50" charset="-128"/>
                          <a:ea typeface="Meiryo UI" panose="020B0604030504040204" pitchFamily="50" charset="-128"/>
                        </a:rPr>
                        <a:t>システム運用・維持管理 </a:t>
                      </a:r>
                      <a:r>
                        <a:rPr kumimoji="1" lang="en-US" altLang="ja-JP" sz="1200" b="0" dirty="0" smtClean="0">
                          <a:solidFill>
                            <a:schemeClr val="tx1">
                              <a:lumMod val="65000"/>
                              <a:lumOff val="35000"/>
                            </a:schemeClr>
                          </a:solidFill>
                          <a:latin typeface="Meiryo UI" panose="020B0604030504040204" pitchFamily="50" charset="-128"/>
                          <a:ea typeface="Meiryo UI" panose="020B0604030504040204" pitchFamily="50" charset="-128"/>
                        </a:rPr>
                        <a:t>/ </a:t>
                      </a:r>
                      <a:r>
                        <a:rPr kumimoji="1" lang="ja-JP" altLang="en-US" sz="1200" dirty="0" smtClean="0">
                          <a:solidFill>
                            <a:schemeClr val="tx1">
                              <a:lumMod val="65000"/>
                              <a:lumOff val="35000"/>
                            </a:schemeClr>
                          </a:solidFill>
                          <a:latin typeface="Meiryo UI" panose="020B0604030504040204" pitchFamily="50" charset="-128"/>
                          <a:ea typeface="Meiryo UI" panose="020B0604030504040204" pitchFamily="50" charset="-128"/>
                        </a:rPr>
                        <a:t>サービスデスク</a:t>
                      </a:r>
                      <a:endParaRPr kumimoji="1" lang="en-US" altLang="ja-JP" sz="1200" dirty="0" smtClean="0">
                        <a:solidFill>
                          <a:schemeClr val="tx1">
                            <a:lumMod val="65000"/>
                            <a:lumOff val="35000"/>
                          </a:schemeClr>
                        </a:solidFill>
                        <a:latin typeface="Meiryo UI" panose="020B0604030504040204" pitchFamily="50" charset="-128"/>
                        <a:ea typeface="Meiryo UI" panose="020B0604030504040204" pitchFamily="50" charset="-128"/>
                      </a:endParaRPr>
                    </a:p>
                  </a:txBody>
                  <a:tcPr anchor="ctr">
                    <a:lnL w="12700" cmpd="sng">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45030106"/>
                  </a:ext>
                </a:extLst>
              </a:tr>
              <a:tr h="648000">
                <a:tc>
                  <a:txBody>
                    <a:bodyPr/>
                    <a:lstStyle/>
                    <a:p>
                      <a:pPr algn="l"/>
                      <a:r>
                        <a:rPr kumimoji="1" lang="en-US" altLang="ja-JP" sz="1200" b="1" dirty="0" smtClean="0">
                          <a:solidFill>
                            <a:schemeClr val="tx1">
                              <a:lumMod val="65000"/>
                              <a:lumOff val="35000"/>
                            </a:schemeClr>
                          </a:solidFill>
                          <a:latin typeface="メイリオ" panose="020B0604030504040204" pitchFamily="50" charset="-128"/>
                          <a:ea typeface="メイリオ" panose="020B0604030504040204" pitchFamily="50" charset="-128"/>
                        </a:rPr>
                        <a:t>4.</a:t>
                      </a:r>
                      <a:r>
                        <a:rPr kumimoji="1" lang="ja-JP" altLang="en-US" sz="1200" b="1" dirty="0" smtClean="0">
                          <a:solidFill>
                            <a:schemeClr val="tx1">
                              <a:lumMod val="65000"/>
                              <a:lumOff val="35000"/>
                            </a:schemeClr>
                          </a:solidFill>
                          <a:latin typeface="メイリオ" panose="020B0604030504040204" pitchFamily="50" charset="-128"/>
                          <a:ea typeface="メイリオ" panose="020B0604030504040204" pitchFamily="50" charset="-128"/>
                        </a:rPr>
                        <a:t>教育事業</a:t>
                      </a:r>
                      <a:endParaRPr kumimoji="1" lang="en-US" altLang="ja-JP" sz="1200" b="1" dirty="0" smtClean="0">
                        <a:solidFill>
                          <a:schemeClr val="tx1">
                            <a:lumMod val="65000"/>
                            <a:lumOff val="35000"/>
                          </a:schemeClr>
                        </a:solidFill>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smtClean="0">
                          <a:solidFill>
                            <a:schemeClr val="tx1">
                              <a:lumMod val="65000"/>
                              <a:lumOff val="35000"/>
                            </a:schemeClr>
                          </a:solidFill>
                          <a:latin typeface="Meiryo UI" panose="020B0604030504040204" pitchFamily="50" charset="-128"/>
                          <a:ea typeface="Meiryo UI" panose="020B0604030504040204" pitchFamily="50" charset="-128"/>
                        </a:rPr>
                        <a:t>ITIL</a:t>
                      </a:r>
                      <a:r>
                        <a:rPr kumimoji="1" lang="ja-JP" altLang="en-US" sz="1200" dirty="0" smtClean="0">
                          <a:solidFill>
                            <a:schemeClr val="tx1">
                              <a:lumMod val="65000"/>
                              <a:lumOff val="35000"/>
                            </a:schemeClr>
                          </a:solidFill>
                          <a:latin typeface="Meiryo UI" panose="020B0604030504040204" pitchFamily="50" charset="-128"/>
                          <a:ea typeface="Meiryo UI" panose="020B0604030504040204" pitchFamily="50" charset="-128"/>
                        </a:rPr>
                        <a:t>ファンデーション教育サービス </a:t>
                      </a:r>
                      <a:r>
                        <a:rPr kumimoji="1" lang="en-US" altLang="ja-JP" sz="1200" b="0" dirty="0" smtClean="0">
                          <a:solidFill>
                            <a:schemeClr val="tx1">
                              <a:lumMod val="65000"/>
                              <a:lumOff val="35000"/>
                            </a:schemeClr>
                          </a:solidFill>
                          <a:latin typeface="Meiryo UI" panose="020B0604030504040204" pitchFamily="50" charset="-128"/>
                          <a:ea typeface="Meiryo UI" panose="020B0604030504040204" pitchFamily="50" charset="-128"/>
                        </a:rPr>
                        <a:t>/ </a:t>
                      </a:r>
                      <a:r>
                        <a:rPr kumimoji="1" lang="ja-JP" altLang="en-US" sz="1200" dirty="0" smtClean="0">
                          <a:solidFill>
                            <a:schemeClr val="tx1">
                              <a:lumMod val="65000"/>
                              <a:lumOff val="35000"/>
                            </a:schemeClr>
                          </a:solidFill>
                          <a:latin typeface="Meiryo UI" panose="020B0604030504040204" pitchFamily="50" charset="-128"/>
                          <a:ea typeface="Meiryo UI" panose="020B0604030504040204" pitchFamily="50" charset="-128"/>
                        </a:rPr>
                        <a:t>新入社員向け</a:t>
                      </a:r>
                      <a:r>
                        <a:rPr kumimoji="1" lang="en-US" altLang="ja-JP" sz="1200" dirty="0" smtClean="0">
                          <a:solidFill>
                            <a:schemeClr val="tx1">
                              <a:lumMod val="65000"/>
                              <a:lumOff val="35000"/>
                            </a:schemeClr>
                          </a:solidFill>
                          <a:latin typeface="Meiryo UI" panose="020B0604030504040204" pitchFamily="50" charset="-128"/>
                          <a:ea typeface="Meiryo UI" panose="020B0604030504040204" pitchFamily="50" charset="-128"/>
                        </a:rPr>
                        <a:t>IT</a:t>
                      </a:r>
                      <a:r>
                        <a:rPr kumimoji="1" lang="ja-JP" altLang="en-US" sz="1200" dirty="0" smtClean="0">
                          <a:solidFill>
                            <a:schemeClr val="tx1">
                              <a:lumMod val="65000"/>
                              <a:lumOff val="35000"/>
                            </a:schemeClr>
                          </a:solidFill>
                          <a:latin typeface="Meiryo UI" panose="020B0604030504040204" pitchFamily="50" charset="-128"/>
                          <a:ea typeface="Meiryo UI" panose="020B0604030504040204" pitchFamily="50" charset="-128"/>
                        </a:rPr>
                        <a:t>教育</a:t>
                      </a:r>
                    </a:p>
                  </a:txBody>
                  <a:tcPr anchor="ctr">
                    <a:lnL w="12700" cmpd="sng">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62943346"/>
                  </a:ext>
                </a:extLst>
              </a:tr>
              <a:tr h="648000">
                <a:tc>
                  <a:txBody>
                    <a:bodyPr/>
                    <a:lstStyle/>
                    <a:p>
                      <a:pPr algn="l"/>
                      <a:r>
                        <a:rPr kumimoji="1" lang="en-US" altLang="ja-JP" sz="1200" b="1" dirty="0" smtClean="0">
                          <a:solidFill>
                            <a:schemeClr val="tx1">
                              <a:lumMod val="65000"/>
                              <a:lumOff val="35000"/>
                            </a:schemeClr>
                          </a:solidFill>
                          <a:latin typeface="メイリオ" panose="020B0604030504040204" pitchFamily="50" charset="-128"/>
                          <a:ea typeface="メイリオ" panose="020B0604030504040204" pitchFamily="50" charset="-128"/>
                        </a:rPr>
                        <a:t>5.</a:t>
                      </a:r>
                      <a:r>
                        <a:rPr kumimoji="1" lang="ja-JP" altLang="en-US" sz="1200" b="1" dirty="0" smtClean="0">
                          <a:solidFill>
                            <a:schemeClr val="tx1">
                              <a:lumMod val="65000"/>
                              <a:lumOff val="35000"/>
                            </a:schemeClr>
                          </a:solidFill>
                          <a:latin typeface="メイリオ" panose="020B0604030504040204" pitchFamily="50" charset="-128"/>
                          <a:ea typeface="メイリオ" panose="020B0604030504040204" pitchFamily="50" charset="-128"/>
                        </a:rPr>
                        <a:t>先端技術開発</a:t>
                      </a:r>
                      <a:endParaRPr kumimoji="1" lang="en-US" altLang="ja-JP" sz="1200" b="1" dirty="0" smtClean="0">
                        <a:solidFill>
                          <a:schemeClr val="tx1">
                            <a:lumMod val="65000"/>
                            <a:lumOff val="35000"/>
                          </a:schemeClr>
                        </a:solidFill>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smtClean="0">
                          <a:solidFill>
                            <a:schemeClr val="tx1">
                              <a:lumMod val="65000"/>
                              <a:lumOff val="35000"/>
                            </a:schemeClr>
                          </a:solidFill>
                          <a:latin typeface="Meiryo UI" panose="020B0604030504040204" pitchFamily="50" charset="-128"/>
                          <a:ea typeface="Meiryo UI" panose="020B0604030504040204" pitchFamily="50" charset="-128"/>
                        </a:rPr>
                        <a:t>データ分析・活用コンサルティング </a:t>
                      </a:r>
                      <a:r>
                        <a:rPr kumimoji="1" lang="en-US" altLang="ja-JP" sz="1200" b="0" dirty="0" smtClean="0">
                          <a:solidFill>
                            <a:schemeClr val="tx1">
                              <a:lumMod val="65000"/>
                              <a:lumOff val="35000"/>
                            </a:schemeClr>
                          </a:solidFill>
                          <a:latin typeface="Meiryo UI" panose="020B0604030504040204" pitchFamily="50" charset="-128"/>
                          <a:ea typeface="Meiryo UI" panose="020B0604030504040204" pitchFamily="50" charset="-128"/>
                        </a:rPr>
                        <a:t>/ </a:t>
                      </a:r>
                      <a:r>
                        <a:rPr kumimoji="1" lang="ja-JP" altLang="en-US" sz="1200" dirty="0" smtClean="0">
                          <a:solidFill>
                            <a:schemeClr val="tx1">
                              <a:lumMod val="65000"/>
                              <a:lumOff val="35000"/>
                            </a:schemeClr>
                          </a:solidFill>
                          <a:latin typeface="Meiryo UI" panose="020B0604030504040204" pitchFamily="50" charset="-128"/>
                          <a:ea typeface="Meiryo UI" panose="020B0604030504040204" pitchFamily="50" charset="-128"/>
                        </a:rPr>
                        <a:t>人工知能 </a:t>
                      </a:r>
                      <a:r>
                        <a:rPr kumimoji="1" lang="ja-JP" altLang="en-US" sz="1200" b="0" dirty="0" smtClean="0">
                          <a:solidFill>
                            <a:schemeClr val="tx1">
                              <a:lumMod val="65000"/>
                              <a:lumOff val="35000"/>
                            </a:schemeClr>
                          </a:solidFill>
                          <a:latin typeface="Meiryo UI" panose="020B0604030504040204" pitchFamily="50" charset="-128"/>
                          <a:ea typeface="Meiryo UI" panose="020B0604030504040204" pitchFamily="50" charset="-128"/>
                        </a:rPr>
                        <a:t> </a:t>
                      </a:r>
                      <a:r>
                        <a:rPr kumimoji="1" lang="en-US" altLang="ja-JP" sz="1200" b="0" dirty="0" smtClean="0">
                          <a:solidFill>
                            <a:schemeClr val="tx1">
                              <a:lumMod val="65000"/>
                              <a:lumOff val="35000"/>
                            </a:schemeClr>
                          </a:solidFill>
                          <a:latin typeface="Meiryo UI" panose="020B0604030504040204" pitchFamily="50" charset="-128"/>
                          <a:ea typeface="Meiryo UI" panose="020B0604030504040204" pitchFamily="50" charset="-128"/>
                        </a:rPr>
                        <a:t>/ </a:t>
                      </a:r>
                      <a:r>
                        <a:rPr kumimoji="1" lang="en-US" altLang="ja-JP" sz="1200" dirty="0" err="1" smtClean="0">
                          <a:solidFill>
                            <a:schemeClr val="tx1">
                              <a:lumMod val="65000"/>
                              <a:lumOff val="35000"/>
                            </a:schemeClr>
                          </a:solidFill>
                          <a:latin typeface="Meiryo UI" panose="020B0604030504040204" pitchFamily="50" charset="-128"/>
                          <a:ea typeface="Meiryo UI" panose="020B0604030504040204" pitchFamily="50" charset="-128"/>
                        </a:rPr>
                        <a:t>AIOps</a:t>
                      </a:r>
                      <a:endParaRPr kumimoji="1" lang="en-US" altLang="ja-JP" sz="1200" dirty="0" smtClean="0">
                        <a:solidFill>
                          <a:schemeClr val="tx1">
                            <a:lumMod val="65000"/>
                            <a:lumOff val="35000"/>
                          </a:schemeClr>
                        </a:solidFill>
                        <a:latin typeface="Meiryo UI" panose="020B0604030504040204" pitchFamily="50" charset="-128"/>
                        <a:ea typeface="Meiryo UI" panose="020B0604030504040204" pitchFamily="50" charset="-128"/>
                      </a:endParaRPr>
                    </a:p>
                  </a:txBody>
                  <a:tcPr anchor="ctr">
                    <a:lnL w="12700" cmpd="sng">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0088977"/>
                  </a:ext>
                </a:extLst>
              </a:tr>
              <a:tr h="648000">
                <a:tc>
                  <a:txBody>
                    <a:bodyPr/>
                    <a:lstStyle/>
                    <a:p>
                      <a:pPr algn="l"/>
                      <a:r>
                        <a:rPr kumimoji="1" lang="en-US" altLang="ja-JP" sz="1200" b="1" dirty="0" smtClean="0">
                          <a:solidFill>
                            <a:schemeClr val="tx1">
                              <a:lumMod val="65000"/>
                              <a:lumOff val="35000"/>
                            </a:schemeClr>
                          </a:solidFill>
                          <a:latin typeface="メイリオ" panose="020B0604030504040204" pitchFamily="50" charset="-128"/>
                          <a:ea typeface="メイリオ" panose="020B0604030504040204" pitchFamily="50" charset="-128"/>
                        </a:rPr>
                        <a:t>6.</a:t>
                      </a:r>
                      <a:r>
                        <a:rPr kumimoji="1" lang="ja-JP" altLang="en-US" sz="1200" b="1" dirty="0" smtClean="0">
                          <a:solidFill>
                            <a:schemeClr val="tx1">
                              <a:lumMod val="65000"/>
                              <a:lumOff val="35000"/>
                            </a:schemeClr>
                          </a:solidFill>
                          <a:latin typeface="メイリオ" panose="020B0604030504040204" pitchFamily="50" charset="-128"/>
                          <a:ea typeface="メイリオ" panose="020B0604030504040204" pitchFamily="50" charset="-128"/>
                        </a:rPr>
                        <a:t>運用自動化事業</a:t>
                      </a:r>
                      <a:endParaRPr kumimoji="1" lang="en-US" altLang="ja-JP" sz="1200" b="1" dirty="0" smtClean="0">
                        <a:solidFill>
                          <a:schemeClr val="tx1">
                            <a:lumMod val="65000"/>
                            <a:lumOff val="35000"/>
                          </a:schemeClr>
                        </a:solidFill>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smtClean="0">
                          <a:solidFill>
                            <a:schemeClr val="tx1">
                              <a:lumMod val="65000"/>
                              <a:lumOff val="35000"/>
                            </a:schemeClr>
                          </a:solidFill>
                          <a:latin typeface="Meiryo UI" panose="020B0604030504040204" pitchFamily="50" charset="-128"/>
                          <a:ea typeface="Meiryo UI" panose="020B0604030504040204" pitchFamily="50" charset="-128"/>
                        </a:rPr>
                        <a:t>コンサルティング・アセスメント </a:t>
                      </a:r>
                      <a:r>
                        <a:rPr kumimoji="1" lang="en-US" altLang="ja-JP" sz="1200" b="0" dirty="0" smtClean="0">
                          <a:solidFill>
                            <a:schemeClr val="tx1">
                              <a:lumMod val="65000"/>
                              <a:lumOff val="35000"/>
                            </a:schemeClr>
                          </a:solidFill>
                          <a:latin typeface="Meiryo UI" panose="020B0604030504040204" pitchFamily="50" charset="-128"/>
                          <a:ea typeface="Meiryo UI" panose="020B0604030504040204" pitchFamily="50" charset="-128"/>
                        </a:rPr>
                        <a:t>/ </a:t>
                      </a:r>
                      <a:r>
                        <a:rPr kumimoji="1" lang="ja-JP" altLang="en-US" sz="1200" b="0" dirty="0" smtClean="0">
                          <a:solidFill>
                            <a:schemeClr val="tx1">
                              <a:lumMod val="65000"/>
                              <a:lumOff val="35000"/>
                            </a:schemeClr>
                          </a:solidFill>
                          <a:latin typeface="Meiryo UI" panose="020B0604030504040204" pitchFamily="50" charset="-128"/>
                          <a:ea typeface="Meiryo UI" panose="020B0604030504040204" pitchFamily="50" charset="-128"/>
                        </a:rPr>
                        <a:t>導入サポート </a:t>
                      </a:r>
                      <a:r>
                        <a:rPr kumimoji="1" lang="en-US" altLang="ja-JP" sz="1200" b="0" dirty="0" smtClean="0">
                          <a:solidFill>
                            <a:schemeClr val="tx1">
                              <a:lumMod val="65000"/>
                              <a:lumOff val="35000"/>
                            </a:schemeClr>
                          </a:solidFill>
                          <a:latin typeface="Meiryo UI" panose="020B0604030504040204" pitchFamily="50" charset="-128"/>
                          <a:ea typeface="Meiryo UI" panose="020B0604030504040204" pitchFamily="50" charset="-128"/>
                        </a:rPr>
                        <a:t>/ </a:t>
                      </a:r>
                      <a:r>
                        <a:rPr kumimoji="1" lang="ja-JP" altLang="en-US" sz="1200" dirty="0" smtClean="0">
                          <a:solidFill>
                            <a:schemeClr val="tx1">
                              <a:lumMod val="65000"/>
                              <a:lumOff val="35000"/>
                            </a:schemeClr>
                          </a:solidFill>
                          <a:latin typeface="Meiryo UI" panose="020B0604030504040204" pitchFamily="50" charset="-128"/>
                          <a:ea typeface="Meiryo UI" panose="020B0604030504040204" pitchFamily="50" charset="-128"/>
                        </a:rPr>
                        <a:t>受託開発</a:t>
                      </a:r>
                      <a:endParaRPr kumimoji="1" lang="en-US" altLang="ja-JP" sz="1200" dirty="0" smtClean="0">
                        <a:solidFill>
                          <a:schemeClr val="tx1">
                            <a:lumMod val="65000"/>
                            <a:lumOff val="35000"/>
                          </a:schemeClr>
                        </a:solidFill>
                        <a:latin typeface="Meiryo UI" panose="020B0604030504040204" pitchFamily="50" charset="-128"/>
                        <a:ea typeface="Meiryo UI" panose="020B0604030504040204" pitchFamily="50" charset="-128"/>
                      </a:endParaRPr>
                    </a:p>
                  </a:txBody>
                  <a:tcPr anchor="ctr">
                    <a:lnL w="12700" cmpd="sng">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83411573"/>
                  </a:ext>
                </a:extLst>
              </a:tr>
            </a:tbl>
          </a:graphicData>
        </a:graphic>
      </p:graphicFrame>
      <p:sp>
        <p:nvSpPr>
          <p:cNvPr id="7" name="コンテンツ プレースホルダー 2"/>
          <p:cNvSpPr txBox="1">
            <a:spLocks/>
          </p:cNvSpPr>
          <p:nvPr/>
        </p:nvSpPr>
        <p:spPr>
          <a:xfrm>
            <a:off x="968488" y="1470486"/>
            <a:ext cx="10255024" cy="48213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ts val="1000"/>
              </a:lnSpc>
              <a:buFont typeface="Arial" panose="020B0604020202020204" pitchFamily="34" charset="0"/>
              <a:buNone/>
            </a:pPr>
            <a:r>
              <a:rPr lang="ja-JP" altLang="en-US" sz="1400" dirty="0" smtClean="0">
                <a:solidFill>
                  <a:schemeClr val="tx1">
                    <a:lumMod val="65000"/>
                    <a:lumOff val="35000"/>
                  </a:schemeClr>
                </a:solidFill>
                <a:latin typeface="メイリオ" panose="020B0604030504040204" pitchFamily="50" charset="-128"/>
                <a:ea typeface="メイリオ" panose="020B0604030504040204" pitchFamily="50" charset="-128"/>
              </a:rPr>
              <a:t>金融、流通、製造の各業界及び公共関係の幅広い分野を対象に、システム運用を始め、システム開発、運用設計に至る</a:t>
            </a:r>
            <a:endParaRPr lang="en-US" altLang="ja-JP" sz="1400" dirty="0" smtClean="0">
              <a:solidFill>
                <a:schemeClr val="tx1">
                  <a:lumMod val="65000"/>
                  <a:lumOff val="35000"/>
                </a:schemeClr>
              </a:solidFill>
              <a:latin typeface="メイリオ" panose="020B0604030504040204" pitchFamily="50" charset="-128"/>
              <a:ea typeface="メイリオ" panose="020B0604030504040204" pitchFamily="50" charset="-128"/>
            </a:endParaRPr>
          </a:p>
          <a:p>
            <a:pPr marL="0" indent="0">
              <a:lnSpc>
                <a:spcPts val="1000"/>
              </a:lnSpc>
              <a:buFont typeface="Arial" panose="020B0604020202020204" pitchFamily="34" charset="0"/>
              <a:buNone/>
            </a:pPr>
            <a:r>
              <a:rPr lang="ja-JP" altLang="en-US" sz="1400" dirty="0" smtClean="0">
                <a:solidFill>
                  <a:schemeClr val="tx1">
                    <a:lumMod val="65000"/>
                    <a:lumOff val="35000"/>
                  </a:schemeClr>
                </a:solidFill>
                <a:latin typeface="メイリオ" panose="020B0604030504040204" pitchFamily="50" charset="-128"/>
                <a:ea typeface="メイリオ" panose="020B0604030504040204" pitchFamily="50" charset="-128"/>
              </a:rPr>
              <a:t>システムライフサイクル全般に亘る仕事を行っています。</a:t>
            </a:r>
            <a:endParaRPr lang="ja-JP" altLang="en-US" sz="14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6" name="コンテンツ プレースホルダー 2"/>
          <p:cNvSpPr txBox="1">
            <a:spLocks/>
          </p:cNvSpPr>
          <p:nvPr/>
        </p:nvSpPr>
        <p:spPr>
          <a:xfrm>
            <a:off x="968488" y="2132496"/>
            <a:ext cx="2422412" cy="1523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ts val="1000"/>
              </a:lnSpc>
              <a:buFont typeface="Arial" panose="020B0604020202020204" pitchFamily="34" charset="0"/>
              <a:buNone/>
            </a:pPr>
            <a:r>
              <a:rPr lang="ja-JP" altLang="en-US" sz="1400" dirty="0" smtClean="0">
                <a:solidFill>
                  <a:schemeClr val="tx1">
                    <a:lumMod val="65000"/>
                    <a:lumOff val="35000"/>
                  </a:schemeClr>
                </a:solidFill>
                <a:latin typeface="メイリオ" panose="020B0604030504040204" pitchFamily="50" charset="-128"/>
                <a:ea typeface="メイリオ" panose="020B0604030504040204" pitchFamily="50" charset="-128"/>
              </a:rPr>
              <a:t>■事業</a:t>
            </a:r>
            <a:r>
              <a:rPr lang="ja-JP" altLang="en-US" sz="1400" dirty="0">
                <a:solidFill>
                  <a:schemeClr val="tx1">
                    <a:lumMod val="65000"/>
                    <a:lumOff val="35000"/>
                  </a:schemeClr>
                </a:solidFill>
                <a:latin typeface="メイリオ" panose="020B0604030504040204" pitchFamily="50" charset="-128"/>
                <a:ea typeface="メイリオ" panose="020B0604030504040204" pitchFamily="50" charset="-128"/>
              </a:rPr>
              <a:t>内容</a:t>
            </a:r>
          </a:p>
        </p:txBody>
      </p:sp>
      <p:graphicFrame>
        <p:nvGraphicFramePr>
          <p:cNvPr id="9" name="表 8"/>
          <p:cNvGraphicFramePr>
            <a:graphicFrameLocks noGrp="1"/>
          </p:cNvGraphicFramePr>
          <p:nvPr>
            <p:extLst/>
          </p:nvPr>
        </p:nvGraphicFramePr>
        <p:xfrm>
          <a:off x="6666771" y="2464705"/>
          <a:ext cx="3933496" cy="3801742"/>
        </p:xfrm>
        <a:graphic>
          <a:graphicData uri="http://schemas.openxmlformats.org/drawingml/2006/table">
            <a:tbl>
              <a:tblPr firstRow="1" bandRow="1">
                <a:tableStyleId>{5C22544A-7EE6-4342-B048-85BDC9FD1C3A}</a:tableStyleId>
              </a:tblPr>
              <a:tblGrid>
                <a:gridCol w="2832829">
                  <a:extLst>
                    <a:ext uri="{9D8B030D-6E8A-4147-A177-3AD203B41FA5}">
                      <a16:colId xmlns:a16="http://schemas.microsoft.com/office/drawing/2014/main" val="1531042554"/>
                    </a:ext>
                  </a:extLst>
                </a:gridCol>
                <a:gridCol w="1100667">
                  <a:extLst>
                    <a:ext uri="{9D8B030D-6E8A-4147-A177-3AD203B41FA5}">
                      <a16:colId xmlns:a16="http://schemas.microsoft.com/office/drawing/2014/main" val="3754723822"/>
                    </a:ext>
                  </a:extLst>
                </a:gridCol>
              </a:tblGrid>
              <a:tr h="27155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000" b="0" dirty="0" smtClean="0">
                          <a:solidFill>
                            <a:schemeClr val="tx1">
                              <a:lumMod val="65000"/>
                              <a:lumOff val="35000"/>
                            </a:schemeClr>
                          </a:solidFill>
                          <a:latin typeface="Meiryo UI" panose="020B0604030504040204" pitchFamily="50" charset="-128"/>
                          <a:ea typeface="Meiryo UI" panose="020B0604030504040204" pitchFamily="50" charset="-128"/>
                          <a:cs typeface="Meiryo UI" pitchFamily="50" charset="-128"/>
                        </a:rPr>
                        <a:t>ITIL Manager/Expert</a:t>
                      </a:r>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1" lang="en-US" altLang="ja-JP" sz="1000" b="0" dirty="0" smtClean="0">
                          <a:solidFill>
                            <a:schemeClr val="tx1">
                              <a:lumMod val="65000"/>
                              <a:lumOff val="35000"/>
                            </a:schemeClr>
                          </a:solidFill>
                          <a:latin typeface="Meiryo UI" pitchFamily="50" charset="-128"/>
                          <a:ea typeface="Meiryo UI" pitchFamily="50" charset="-128"/>
                          <a:cs typeface="Meiryo UI" pitchFamily="50" charset="-128"/>
                        </a:rPr>
                        <a:t>2</a:t>
                      </a:r>
                      <a:r>
                        <a:rPr kumimoji="1" lang="ja-JP" altLang="en-US" sz="1000" b="0" dirty="0" smtClean="0">
                          <a:solidFill>
                            <a:schemeClr val="tx1">
                              <a:lumMod val="65000"/>
                              <a:lumOff val="35000"/>
                            </a:schemeClr>
                          </a:solidFill>
                          <a:latin typeface="Meiryo UI" pitchFamily="50" charset="-128"/>
                          <a:ea typeface="Meiryo UI" pitchFamily="50" charset="-128"/>
                          <a:cs typeface="Meiryo UI" pitchFamily="50" charset="-128"/>
                        </a:rPr>
                        <a:t>名</a:t>
                      </a:r>
                      <a:endParaRPr kumimoji="1" lang="en-US" altLang="ja-JP" sz="1000" b="0" dirty="0" smtClean="0">
                        <a:solidFill>
                          <a:schemeClr val="tx1">
                            <a:lumMod val="65000"/>
                            <a:lumOff val="35000"/>
                          </a:schemeClr>
                        </a:solidFill>
                        <a:latin typeface="Meiryo UI" pitchFamily="50" charset="-128"/>
                        <a:ea typeface="Meiryo UI" pitchFamily="50" charset="-128"/>
                        <a:cs typeface="Meiryo UI" pitchFamily="50" charset="-128"/>
                      </a:endParaRPr>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1375308"/>
                  </a:ext>
                </a:extLst>
              </a:tr>
              <a:tr h="27155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000" b="0" dirty="0" smtClean="0">
                          <a:solidFill>
                            <a:schemeClr val="tx1">
                              <a:lumMod val="65000"/>
                              <a:lumOff val="35000"/>
                            </a:schemeClr>
                          </a:solidFill>
                          <a:latin typeface="Meiryo UI" panose="020B0604030504040204" pitchFamily="50" charset="-128"/>
                          <a:ea typeface="Meiryo UI" panose="020B0604030504040204" pitchFamily="50" charset="-128"/>
                          <a:cs typeface="Meiryo UI" pitchFamily="50" charset="-128"/>
                        </a:rPr>
                        <a:t>ITIL Foundation</a:t>
                      </a:r>
                    </a:p>
                  </a:txBody>
                  <a:tcPr>
                    <a:lnL w="12700" cmpd="sng">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1" lang="en-US" altLang="ja-JP" sz="1000" b="0" dirty="0" smtClean="0">
                          <a:solidFill>
                            <a:schemeClr val="tx1">
                              <a:lumMod val="65000"/>
                              <a:lumOff val="35000"/>
                            </a:schemeClr>
                          </a:solidFill>
                          <a:latin typeface="Meiryo UI" pitchFamily="50" charset="-128"/>
                          <a:ea typeface="Meiryo UI" pitchFamily="50" charset="-128"/>
                          <a:cs typeface="Meiryo UI" pitchFamily="50" charset="-128"/>
                        </a:rPr>
                        <a:t>447</a:t>
                      </a:r>
                      <a:r>
                        <a:rPr kumimoji="1" lang="ja-JP" altLang="en-US" sz="1000" b="0" dirty="0" smtClean="0">
                          <a:solidFill>
                            <a:schemeClr val="tx1">
                              <a:lumMod val="65000"/>
                              <a:lumOff val="35000"/>
                            </a:schemeClr>
                          </a:solidFill>
                          <a:latin typeface="Meiryo UI" pitchFamily="50" charset="-128"/>
                          <a:ea typeface="Meiryo UI" pitchFamily="50" charset="-128"/>
                          <a:cs typeface="Meiryo UI" pitchFamily="50" charset="-128"/>
                        </a:rPr>
                        <a:t>名</a:t>
                      </a:r>
                      <a:endParaRPr kumimoji="1" lang="en-US" altLang="ja-JP" sz="1000" b="0" dirty="0" smtClean="0">
                        <a:solidFill>
                          <a:schemeClr val="tx1">
                            <a:lumMod val="65000"/>
                            <a:lumOff val="35000"/>
                          </a:schemeClr>
                        </a:solidFill>
                        <a:latin typeface="Meiryo UI" pitchFamily="50" charset="-128"/>
                        <a:ea typeface="Meiryo UI" pitchFamily="50" charset="-128"/>
                        <a:cs typeface="Meiryo UI" pitchFamily="50" charset="-128"/>
                      </a:endParaRPr>
                    </a:p>
                  </a:txBody>
                  <a:tcPr>
                    <a:lnL w="12700" cmpd="sng">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45030106"/>
                  </a:ext>
                </a:extLst>
              </a:tr>
              <a:tr h="27155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000" b="0" dirty="0" smtClean="0">
                          <a:solidFill>
                            <a:schemeClr val="tx1">
                              <a:lumMod val="65000"/>
                              <a:lumOff val="35000"/>
                            </a:schemeClr>
                          </a:solidFill>
                          <a:latin typeface="Meiryo UI" panose="020B0604030504040204" pitchFamily="50" charset="-128"/>
                          <a:ea typeface="Meiryo UI" panose="020B0604030504040204" pitchFamily="50" charset="-128"/>
                          <a:cs typeface="Meiryo UI" pitchFamily="50" charset="-128"/>
                        </a:rPr>
                        <a:t>システム監査技術</a:t>
                      </a:r>
                      <a:endParaRPr kumimoji="1" lang="en-US" altLang="ja-JP" sz="1000" b="0" dirty="0" smtClean="0">
                        <a:solidFill>
                          <a:schemeClr val="tx1">
                            <a:lumMod val="65000"/>
                            <a:lumOff val="35000"/>
                          </a:schemeClr>
                        </a:solidFill>
                        <a:latin typeface="Meiryo UI" panose="020B0604030504040204" pitchFamily="50" charset="-128"/>
                        <a:ea typeface="Meiryo UI" panose="020B0604030504040204" pitchFamily="50" charset="-128"/>
                        <a:cs typeface="Meiryo UI" pitchFamily="50" charset="-128"/>
                      </a:endParaRPr>
                    </a:p>
                  </a:txBody>
                  <a:tcPr>
                    <a:lnL w="12700" cmpd="sng">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1" lang="en-US" altLang="ja-JP" sz="1000" b="0" dirty="0" smtClean="0">
                          <a:solidFill>
                            <a:schemeClr val="tx1">
                              <a:lumMod val="65000"/>
                              <a:lumOff val="35000"/>
                            </a:schemeClr>
                          </a:solidFill>
                          <a:latin typeface="Meiryo UI" pitchFamily="50" charset="-128"/>
                          <a:ea typeface="Meiryo UI" pitchFamily="50" charset="-128"/>
                          <a:cs typeface="Meiryo UI" pitchFamily="50" charset="-128"/>
                        </a:rPr>
                        <a:t>1</a:t>
                      </a:r>
                      <a:r>
                        <a:rPr kumimoji="1" lang="ja-JP" altLang="en-US" sz="1000" b="0" dirty="0" smtClean="0">
                          <a:solidFill>
                            <a:schemeClr val="tx1">
                              <a:lumMod val="65000"/>
                              <a:lumOff val="35000"/>
                            </a:schemeClr>
                          </a:solidFill>
                          <a:latin typeface="Meiryo UI" pitchFamily="50" charset="-128"/>
                          <a:ea typeface="Meiryo UI" pitchFamily="50" charset="-128"/>
                          <a:cs typeface="Meiryo UI" pitchFamily="50" charset="-128"/>
                        </a:rPr>
                        <a:t>名</a:t>
                      </a:r>
                      <a:endParaRPr kumimoji="1" lang="en-US" altLang="ja-JP" sz="1000" b="0" dirty="0" smtClean="0">
                        <a:solidFill>
                          <a:schemeClr val="tx1">
                            <a:lumMod val="65000"/>
                            <a:lumOff val="35000"/>
                          </a:schemeClr>
                        </a:solidFill>
                        <a:latin typeface="Meiryo UI" pitchFamily="50" charset="-128"/>
                        <a:ea typeface="Meiryo UI" pitchFamily="50" charset="-128"/>
                        <a:cs typeface="Meiryo UI" pitchFamily="50" charset="-128"/>
                      </a:endParaRPr>
                    </a:p>
                  </a:txBody>
                  <a:tcPr>
                    <a:lnL w="12700" cmpd="sng">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62943346"/>
                  </a:ext>
                </a:extLst>
              </a:tr>
              <a:tr h="27155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000" b="0" dirty="0" smtClean="0">
                          <a:solidFill>
                            <a:schemeClr val="tx1">
                              <a:lumMod val="65000"/>
                              <a:lumOff val="35000"/>
                            </a:schemeClr>
                          </a:solidFill>
                          <a:latin typeface="Meiryo UI" panose="020B0604030504040204" pitchFamily="50" charset="-128"/>
                          <a:ea typeface="Meiryo UI" panose="020B0604030504040204" pitchFamily="50" charset="-128"/>
                          <a:cs typeface="Meiryo UI" pitchFamily="50" charset="-128"/>
                        </a:rPr>
                        <a:t>応用情報技術者</a:t>
                      </a:r>
                      <a:endParaRPr kumimoji="1" lang="en-US" altLang="ja-JP" sz="1000" b="0" dirty="0" smtClean="0">
                        <a:solidFill>
                          <a:schemeClr val="tx1">
                            <a:lumMod val="65000"/>
                            <a:lumOff val="35000"/>
                          </a:schemeClr>
                        </a:solidFill>
                        <a:latin typeface="Meiryo UI" panose="020B0604030504040204" pitchFamily="50" charset="-128"/>
                        <a:ea typeface="Meiryo UI" panose="020B0604030504040204" pitchFamily="50" charset="-128"/>
                        <a:cs typeface="Meiryo UI" pitchFamily="50" charset="-128"/>
                      </a:endParaRPr>
                    </a:p>
                  </a:txBody>
                  <a:tcPr>
                    <a:lnL w="12700" cmpd="sng">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1" lang="en-US" altLang="ja-JP" sz="1000" b="0" dirty="0" smtClean="0">
                          <a:solidFill>
                            <a:schemeClr val="tx1">
                              <a:lumMod val="65000"/>
                              <a:lumOff val="35000"/>
                            </a:schemeClr>
                          </a:solidFill>
                          <a:latin typeface="Meiryo UI" pitchFamily="50" charset="-128"/>
                          <a:ea typeface="Meiryo UI" pitchFamily="50" charset="-128"/>
                          <a:cs typeface="Meiryo UI" pitchFamily="50" charset="-128"/>
                        </a:rPr>
                        <a:t>7</a:t>
                      </a:r>
                      <a:r>
                        <a:rPr kumimoji="1" lang="ja-JP" altLang="en-US" sz="1000" b="0" dirty="0" smtClean="0">
                          <a:solidFill>
                            <a:schemeClr val="tx1">
                              <a:lumMod val="65000"/>
                              <a:lumOff val="35000"/>
                            </a:schemeClr>
                          </a:solidFill>
                          <a:latin typeface="Meiryo UI" pitchFamily="50" charset="-128"/>
                          <a:ea typeface="Meiryo UI" pitchFamily="50" charset="-128"/>
                          <a:cs typeface="Meiryo UI" pitchFamily="50" charset="-128"/>
                        </a:rPr>
                        <a:t>名</a:t>
                      </a:r>
                      <a:endParaRPr kumimoji="1" lang="en-US" altLang="ja-JP" sz="1000" b="0" dirty="0" smtClean="0">
                        <a:solidFill>
                          <a:schemeClr val="tx1">
                            <a:lumMod val="65000"/>
                            <a:lumOff val="35000"/>
                          </a:schemeClr>
                        </a:solidFill>
                        <a:latin typeface="Meiryo UI" pitchFamily="50" charset="-128"/>
                        <a:ea typeface="Meiryo UI" pitchFamily="50" charset="-128"/>
                        <a:cs typeface="Meiryo UI" pitchFamily="50" charset="-128"/>
                      </a:endParaRPr>
                    </a:p>
                  </a:txBody>
                  <a:tcPr>
                    <a:lnL w="12700" cmpd="sng">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0088977"/>
                  </a:ext>
                </a:extLst>
              </a:tr>
              <a:tr h="27155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000" b="0" dirty="0" smtClean="0">
                          <a:solidFill>
                            <a:schemeClr val="tx1">
                              <a:lumMod val="65000"/>
                              <a:lumOff val="35000"/>
                            </a:schemeClr>
                          </a:solidFill>
                          <a:latin typeface="Meiryo UI" panose="020B0604030504040204" pitchFamily="50" charset="-128"/>
                          <a:ea typeface="Meiryo UI" panose="020B0604030504040204" pitchFamily="50" charset="-128"/>
                          <a:cs typeface="Meiryo UI" pitchFamily="50" charset="-128"/>
                        </a:rPr>
                        <a:t>情報セキュリティスペシャリスト</a:t>
                      </a:r>
                      <a:endParaRPr kumimoji="1" lang="en-US" altLang="ja-JP" sz="1000" b="0" dirty="0" smtClean="0">
                        <a:solidFill>
                          <a:schemeClr val="tx1">
                            <a:lumMod val="65000"/>
                            <a:lumOff val="35000"/>
                          </a:schemeClr>
                        </a:solidFill>
                        <a:latin typeface="Meiryo UI" panose="020B0604030504040204" pitchFamily="50" charset="-128"/>
                        <a:ea typeface="Meiryo UI" panose="020B0604030504040204" pitchFamily="50" charset="-128"/>
                        <a:cs typeface="Meiryo UI" pitchFamily="50" charset="-128"/>
                      </a:endParaRPr>
                    </a:p>
                  </a:txBody>
                  <a:tcPr>
                    <a:lnL w="12700" cmpd="sng">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1" lang="en-US" altLang="ja-JP" sz="1000" b="0" dirty="0" smtClean="0">
                          <a:solidFill>
                            <a:schemeClr val="tx1">
                              <a:lumMod val="65000"/>
                              <a:lumOff val="35000"/>
                            </a:schemeClr>
                          </a:solidFill>
                          <a:latin typeface="Meiryo UI" pitchFamily="50" charset="-128"/>
                          <a:ea typeface="Meiryo UI" pitchFamily="50" charset="-128"/>
                          <a:cs typeface="Meiryo UI" pitchFamily="50" charset="-128"/>
                        </a:rPr>
                        <a:t>2</a:t>
                      </a:r>
                      <a:r>
                        <a:rPr kumimoji="1" lang="ja-JP" altLang="en-US" sz="1000" b="0" dirty="0" smtClean="0">
                          <a:solidFill>
                            <a:schemeClr val="tx1">
                              <a:lumMod val="65000"/>
                              <a:lumOff val="35000"/>
                            </a:schemeClr>
                          </a:solidFill>
                          <a:latin typeface="Meiryo UI" pitchFamily="50" charset="-128"/>
                          <a:ea typeface="Meiryo UI" pitchFamily="50" charset="-128"/>
                          <a:cs typeface="Meiryo UI" pitchFamily="50" charset="-128"/>
                        </a:rPr>
                        <a:t>名</a:t>
                      </a:r>
                      <a:endParaRPr kumimoji="1" lang="en-US" altLang="ja-JP" sz="1000" b="0" dirty="0" smtClean="0">
                        <a:solidFill>
                          <a:schemeClr val="tx1">
                            <a:lumMod val="65000"/>
                            <a:lumOff val="35000"/>
                          </a:schemeClr>
                        </a:solidFill>
                        <a:latin typeface="Meiryo UI" pitchFamily="50" charset="-128"/>
                        <a:ea typeface="Meiryo UI" pitchFamily="50" charset="-128"/>
                        <a:cs typeface="Meiryo UI" pitchFamily="50" charset="-128"/>
                      </a:endParaRPr>
                    </a:p>
                  </a:txBody>
                  <a:tcPr>
                    <a:lnL w="12700" cmpd="sng">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85773525"/>
                  </a:ext>
                </a:extLst>
              </a:tr>
              <a:tr h="27155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000" b="0" dirty="0" smtClean="0">
                          <a:solidFill>
                            <a:schemeClr val="tx1">
                              <a:lumMod val="65000"/>
                              <a:lumOff val="35000"/>
                            </a:schemeClr>
                          </a:solidFill>
                          <a:latin typeface="Meiryo UI" panose="020B0604030504040204" pitchFamily="50" charset="-128"/>
                          <a:ea typeface="Meiryo UI" panose="020B0604030504040204" pitchFamily="50" charset="-128"/>
                          <a:cs typeface="Meiryo UI" pitchFamily="50" charset="-128"/>
                        </a:rPr>
                        <a:t>情報セキュリティマネジメント</a:t>
                      </a:r>
                      <a:endParaRPr kumimoji="1" lang="en-US" altLang="ja-JP" sz="1000" b="0" dirty="0" smtClean="0">
                        <a:solidFill>
                          <a:schemeClr val="tx1">
                            <a:lumMod val="65000"/>
                            <a:lumOff val="35000"/>
                          </a:schemeClr>
                        </a:solidFill>
                        <a:latin typeface="Meiryo UI" panose="020B0604030504040204" pitchFamily="50" charset="-128"/>
                        <a:ea typeface="Meiryo UI" panose="020B0604030504040204" pitchFamily="50" charset="-128"/>
                        <a:cs typeface="Meiryo UI" pitchFamily="50" charset="-128"/>
                      </a:endParaRPr>
                    </a:p>
                  </a:txBody>
                  <a:tcPr>
                    <a:lnL w="12700" cmpd="sng">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1" lang="en-US" altLang="ja-JP" sz="1000" b="0" dirty="0" smtClean="0">
                          <a:solidFill>
                            <a:schemeClr val="tx1">
                              <a:lumMod val="65000"/>
                              <a:lumOff val="35000"/>
                            </a:schemeClr>
                          </a:solidFill>
                          <a:latin typeface="Meiryo UI" pitchFamily="50" charset="-128"/>
                          <a:ea typeface="Meiryo UI" pitchFamily="50" charset="-128"/>
                          <a:cs typeface="Meiryo UI" pitchFamily="50" charset="-128"/>
                        </a:rPr>
                        <a:t>9</a:t>
                      </a:r>
                      <a:r>
                        <a:rPr kumimoji="1" lang="ja-JP" altLang="en-US" sz="1000" b="0" dirty="0" smtClean="0">
                          <a:solidFill>
                            <a:schemeClr val="tx1">
                              <a:lumMod val="65000"/>
                              <a:lumOff val="35000"/>
                            </a:schemeClr>
                          </a:solidFill>
                          <a:latin typeface="Meiryo UI" pitchFamily="50" charset="-128"/>
                          <a:ea typeface="Meiryo UI" pitchFamily="50" charset="-128"/>
                          <a:cs typeface="Meiryo UI" pitchFamily="50" charset="-128"/>
                        </a:rPr>
                        <a:t>名</a:t>
                      </a:r>
                      <a:endParaRPr kumimoji="1" lang="en-US" altLang="ja-JP" sz="1000" b="0" dirty="0" smtClean="0">
                        <a:solidFill>
                          <a:schemeClr val="tx1">
                            <a:lumMod val="65000"/>
                            <a:lumOff val="35000"/>
                          </a:schemeClr>
                        </a:solidFill>
                        <a:latin typeface="Meiryo UI" pitchFamily="50" charset="-128"/>
                        <a:ea typeface="Meiryo UI" pitchFamily="50" charset="-128"/>
                        <a:cs typeface="Meiryo UI" pitchFamily="50" charset="-128"/>
                      </a:endParaRPr>
                    </a:p>
                  </a:txBody>
                  <a:tcPr>
                    <a:lnL w="12700" cmpd="sng">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1633421"/>
                  </a:ext>
                </a:extLst>
              </a:tr>
              <a:tr h="27155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000" b="0" dirty="0" smtClean="0">
                          <a:solidFill>
                            <a:schemeClr val="tx1">
                              <a:lumMod val="65000"/>
                              <a:lumOff val="35000"/>
                            </a:schemeClr>
                          </a:solidFill>
                          <a:latin typeface="Meiryo UI" panose="020B0604030504040204" pitchFamily="50" charset="-128"/>
                          <a:ea typeface="Meiryo UI" panose="020B0604030504040204" pitchFamily="50" charset="-128"/>
                          <a:cs typeface="Meiryo UI" pitchFamily="50" charset="-128"/>
                        </a:rPr>
                        <a:t>基本情報技術者</a:t>
                      </a:r>
                      <a:endParaRPr kumimoji="1" lang="en-US" altLang="ja-JP" sz="1000" b="0" dirty="0" smtClean="0">
                        <a:solidFill>
                          <a:schemeClr val="tx1">
                            <a:lumMod val="65000"/>
                            <a:lumOff val="35000"/>
                          </a:schemeClr>
                        </a:solidFill>
                        <a:latin typeface="Meiryo UI" panose="020B0604030504040204" pitchFamily="50" charset="-128"/>
                        <a:ea typeface="Meiryo UI" panose="020B0604030504040204" pitchFamily="50" charset="-128"/>
                        <a:cs typeface="Meiryo UI" pitchFamily="50" charset="-128"/>
                      </a:endParaRPr>
                    </a:p>
                  </a:txBody>
                  <a:tcPr>
                    <a:lnL w="12700" cmpd="sng">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1" lang="en-US" altLang="ja-JP" sz="1000" b="0" dirty="0" smtClean="0">
                          <a:solidFill>
                            <a:schemeClr val="tx1">
                              <a:lumMod val="65000"/>
                              <a:lumOff val="35000"/>
                            </a:schemeClr>
                          </a:solidFill>
                          <a:latin typeface="Meiryo UI" pitchFamily="50" charset="-128"/>
                          <a:ea typeface="Meiryo UI" pitchFamily="50" charset="-128"/>
                          <a:cs typeface="Meiryo UI" pitchFamily="50" charset="-128"/>
                        </a:rPr>
                        <a:t>87</a:t>
                      </a:r>
                      <a:r>
                        <a:rPr kumimoji="1" lang="ja-JP" altLang="en-US" sz="1000" b="0" dirty="0" smtClean="0">
                          <a:solidFill>
                            <a:schemeClr val="tx1">
                              <a:lumMod val="65000"/>
                              <a:lumOff val="35000"/>
                            </a:schemeClr>
                          </a:solidFill>
                          <a:latin typeface="Meiryo UI" pitchFamily="50" charset="-128"/>
                          <a:ea typeface="Meiryo UI" pitchFamily="50" charset="-128"/>
                          <a:cs typeface="Meiryo UI" pitchFamily="50" charset="-128"/>
                        </a:rPr>
                        <a:t>名</a:t>
                      </a:r>
                      <a:endParaRPr kumimoji="1" lang="en-US" altLang="ja-JP" sz="1000" b="0" dirty="0" smtClean="0">
                        <a:solidFill>
                          <a:schemeClr val="tx1">
                            <a:lumMod val="65000"/>
                            <a:lumOff val="35000"/>
                          </a:schemeClr>
                        </a:solidFill>
                        <a:latin typeface="Meiryo UI" pitchFamily="50" charset="-128"/>
                        <a:ea typeface="Meiryo UI" pitchFamily="50" charset="-128"/>
                        <a:cs typeface="Meiryo UI" pitchFamily="50" charset="-128"/>
                      </a:endParaRPr>
                    </a:p>
                  </a:txBody>
                  <a:tcPr>
                    <a:lnL w="12700" cmpd="sng">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85555974"/>
                  </a:ext>
                </a:extLst>
              </a:tr>
              <a:tr h="27155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000" b="0" dirty="0" smtClean="0">
                          <a:solidFill>
                            <a:schemeClr val="tx1">
                              <a:lumMod val="65000"/>
                              <a:lumOff val="35000"/>
                            </a:schemeClr>
                          </a:solidFill>
                          <a:latin typeface="Meiryo UI" panose="020B0604030504040204" pitchFamily="50" charset="-128"/>
                          <a:ea typeface="Meiryo UI" panose="020B0604030504040204" pitchFamily="50" charset="-128"/>
                          <a:cs typeface="Meiryo UI" pitchFamily="50" charset="-128"/>
                        </a:rPr>
                        <a:t>Cisco</a:t>
                      </a:r>
                      <a:r>
                        <a:rPr kumimoji="1" lang="ja-JP" altLang="en-US" sz="1000" b="0" dirty="0" smtClean="0">
                          <a:solidFill>
                            <a:schemeClr val="tx1">
                              <a:lumMod val="65000"/>
                              <a:lumOff val="35000"/>
                            </a:schemeClr>
                          </a:solidFill>
                          <a:latin typeface="Meiryo UI" panose="020B0604030504040204" pitchFamily="50" charset="-128"/>
                          <a:ea typeface="Meiryo UI" panose="020B0604030504040204" pitchFamily="50" charset="-128"/>
                          <a:cs typeface="Meiryo UI" pitchFamily="50" charset="-128"/>
                        </a:rPr>
                        <a:t>認定技術者</a:t>
                      </a:r>
                      <a:endParaRPr kumimoji="1" lang="en-US" altLang="ja-JP" sz="1000" b="0" dirty="0" smtClean="0">
                        <a:solidFill>
                          <a:schemeClr val="tx1">
                            <a:lumMod val="65000"/>
                            <a:lumOff val="35000"/>
                          </a:schemeClr>
                        </a:solidFill>
                        <a:latin typeface="Meiryo UI" panose="020B0604030504040204" pitchFamily="50" charset="-128"/>
                        <a:ea typeface="Meiryo UI" panose="020B0604030504040204" pitchFamily="50" charset="-128"/>
                        <a:cs typeface="Meiryo UI" pitchFamily="50" charset="-128"/>
                      </a:endParaRPr>
                    </a:p>
                  </a:txBody>
                  <a:tcPr>
                    <a:lnL w="12700" cmpd="sng">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1" lang="en-US" altLang="ja-JP" sz="1000" b="0" dirty="0" smtClean="0">
                          <a:solidFill>
                            <a:schemeClr val="tx1">
                              <a:lumMod val="65000"/>
                              <a:lumOff val="35000"/>
                            </a:schemeClr>
                          </a:solidFill>
                          <a:latin typeface="Meiryo UI" pitchFamily="50" charset="-128"/>
                          <a:ea typeface="Meiryo UI" pitchFamily="50" charset="-128"/>
                          <a:cs typeface="Meiryo UI" pitchFamily="50" charset="-128"/>
                        </a:rPr>
                        <a:t>54</a:t>
                      </a:r>
                      <a:r>
                        <a:rPr kumimoji="1" lang="ja-JP" altLang="en-US" sz="1000" b="0" dirty="0" smtClean="0">
                          <a:solidFill>
                            <a:schemeClr val="tx1">
                              <a:lumMod val="65000"/>
                              <a:lumOff val="35000"/>
                            </a:schemeClr>
                          </a:solidFill>
                          <a:latin typeface="Meiryo UI" pitchFamily="50" charset="-128"/>
                          <a:ea typeface="Meiryo UI" pitchFamily="50" charset="-128"/>
                          <a:cs typeface="Meiryo UI" pitchFamily="50" charset="-128"/>
                        </a:rPr>
                        <a:t>名</a:t>
                      </a:r>
                      <a:endParaRPr kumimoji="1" lang="en-US" altLang="ja-JP" sz="1000" b="0" dirty="0" smtClean="0">
                        <a:solidFill>
                          <a:schemeClr val="tx1">
                            <a:lumMod val="65000"/>
                            <a:lumOff val="35000"/>
                          </a:schemeClr>
                        </a:solidFill>
                        <a:latin typeface="Meiryo UI" pitchFamily="50" charset="-128"/>
                        <a:ea typeface="Meiryo UI" pitchFamily="50" charset="-128"/>
                        <a:cs typeface="Meiryo UI" pitchFamily="50" charset="-128"/>
                      </a:endParaRPr>
                    </a:p>
                  </a:txBody>
                  <a:tcPr>
                    <a:lnL w="12700" cmpd="sng">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55459449"/>
                  </a:ext>
                </a:extLst>
              </a:tr>
              <a:tr h="27155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000" b="0" dirty="0" smtClean="0">
                          <a:solidFill>
                            <a:schemeClr val="tx1">
                              <a:lumMod val="65000"/>
                              <a:lumOff val="35000"/>
                            </a:schemeClr>
                          </a:solidFill>
                          <a:latin typeface="Meiryo UI" panose="020B0604030504040204" pitchFamily="50" charset="-128"/>
                          <a:ea typeface="Meiryo UI" panose="020B0604030504040204" pitchFamily="50" charset="-128"/>
                          <a:cs typeface="Meiryo UI" pitchFamily="50" charset="-128"/>
                        </a:rPr>
                        <a:t>Microsoft</a:t>
                      </a:r>
                      <a:r>
                        <a:rPr kumimoji="1" lang="ja-JP" altLang="en-US" sz="1000" b="0" dirty="0" smtClean="0">
                          <a:solidFill>
                            <a:schemeClr val="tx1">
                              <a:lumMod val="65000"/>
                              <a:lumOff val="35000"/>
                            </a:schemeClr>
                          </a:solidFill>
                          <a:latin typeface="Meiryo UI" panose="020B0604030504040204" pitchFamily="50" charset="-128"/>
                          <a:ea typeface="Meiryo UI" panose="020B0604030504040204" pitchFamily="50" charset="-128"/>
                          <a:cs typeface="Meiryo UI" pitchFamily="50" charset="-128"/>
                        </a:rPr>
                        <a:t>認定技術者</a:t>
                      </a:r>
                      <a:endParaRPr kumimoji="1" lang="en-US" altLang="ja-JP" sz="1000" b="0" dirty="0" smtClean="0">
                        <a:solidFill>
                          <a:schemeClr val="tx1">
                            <a:lumMod val="65000"/>
                            <a:lumOff val="35000"/>
                          </a:schemeClr>
                        </a:solidFill>
                        <a:latin typeface="Meiryo UI" panose="020B0604030504040204" pitchFamily="50" charset="-128"/>
                        <a:ea typeface="Meiryo UI" panose="020B0604030504040204" pitchFamily="50" charset="-128"/>
                        <a:cs typeface="Meiryo UI" pitchFamily="50" charset="-128"/>
                      </a:endParaRPr>
                    </a:p>
                  </a:txBody>
                  <a:tcPr>
                    <a:lnL w="12700" cmpd="sng">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1" lang="en-US" altLang="ja-JP" sz="1000" b="0" dirty="0" smtClean="0">
                          <a:solidFill>
                            <a:schemeClr val="tx1">
                              <a:lumMod val="65000"/>
                              <a:lumOff val="35000"/>
                            </a:schemeClr>
                          </a:solidFill>
                          <a:latin typeface="Meiryo UI" pitchFamily="50" charset="-128"/>
                          <a:ea typeface="Meiryo UI" pitchFamily="50" charset="-128"/>
                          <a:cs typeface="Meiryo UI" pitchFamily="50" charset="-128"/>
                        </a:rPr>
                        <a:t>44</a:t>
                      </a:r>
                      <a:r>
                        <a:rPr kumimoji="1" lang="ja-JP" altLang="en-US" sz="1000" b="0" dirty="0" smtClean="0">
                          <a:solidFill>
                            <a:schemeClr val="tx1">
                              <a:lumMod val="65000"/>
                              <a:lumOff val="35000"/>
                            </a:schemeClr>
                          </a:solidFill>
                          <a:latin typeface="Meiryo UI" pitchFamily="50" charset="-128"/>
                          <a:ea typeface="Meiryo UI" pitchFamily="50" charset="-128"/>
                          <a:cs typeface="Meiryo UI" pitchFamily="50" charset="-128"/>
                        </a:rPr>
                        <a:t>名</a:t>
                      </a:r>
                      <a:endParaRPr kumimoji="1" lang="en-US" altLang="ja-JP" sz="1000" b="0" dirty="0" smtClean="0">
                        <a:solidFill>
                          <a:schemeClr val="tx1">
                            <a:lumMod val="65000"/>
                            <a:lumOff val="35000"/>
                          </a:schemeClr>
                        </a:solidFill>
                        <a:latin typeface="Meiryo UI" pitchFamily="50" charset="-128"/>
                        <a:ea typeface="Meiryo UI" pitchFamily="50" charset="-128"/>
                        <a:cs typeface="Meiryo UI" pitchFamily="50" charset="-128"/>
                      </a:endParaRPr>
                    </a:p>
                  </a:txBody>
                  <a:tcPr>
                    <a:lnL w="12700" cmpd="sng">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140869"/>
                  </a:ext>
                </a:extLst>
              </a:tr>
              <a:tr h="27155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000" b="0" dirty="0" smtClean="0">
                          <a:solidFill>
                            <a:schemeClr val="tx1">
                              <a:lumMod val="65000"/>
                              <a:lumOff val="35000"/>
                            </a:schemeClr>
                          </a:solidFill>
                          <a:latin typeface="Meiryo UI" panose="020B0604030504040204" pitchFamily="50" charset="-128"/>
                          <a:ea typeface="Meiryo UI" panose="020B0604030504040204" pitchFamily="50" charset="-128"/>
                          <a:cs typeface="Meiryo UI" pitchFamily="50" charset="-128"/>
                        </a:rPr>
                        <a:t>ORACLE</a:t>
                      </a:r>
                      <a:r>
                        <a:rPr kumimoji="1" lang="ja-JP" altLang="en-US" sz="1000" b="0" dirty="0" smtClean="0">
                          <a:solidFill>
                            <a:schemeClr val="tx1">
                              <a:lumMod val="65000"/>
                              <a:lumOff val="35000"/>
                            </a:schemeClr>
                          </a:solidFill>
                          <a:latin typeface="Meiryo UI" panose="020B0604030504040204" pitchFamily="50" charset="-128"/>
                          <a:ea typeface="Meiryo UI" panose="020B0604030504040204" pitchFamily="50" charset="-128"/>
                          <a:cs typeface="Meiryo UI" pitchFamily="50" charset="-128"/>
                        </a:rPr>
                        <a:t>認定技術者</a:t>
                      </a:r>
                      <a:endParaRPr kumimoji="1" lang="en-US" altLang="ja-JP" sz="1000" b="0" dirty="0" smtClean="0">
                        <a:solidFill>
                          <a:schemeClr val="tx1">
                            <a:lumMod val="65000"/>
                            <a:lumOff val="35000"/>
                          </a:schemeClr>
                        </a:solidFill>
                        <a:latin typeface="Meiryo UI" panose="020B0604030504040204" pitchFamily="50" charset="-128"/>
                        <a:ea typeface="Meiryo UI" panose="020B0604030504040204" pitchFamily="50" charset="-128"/>
                        <a:cs typeface="Meiryo UI" pitchFamily="50" charset="-128"/>
                      </a:endParaRPr>
                    </a:p>
                  </a:txBody>
                  <a:tcPr>
                    <a:lnL w="12700" cmpd="sng">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1" lang="en-US" altLang="ja-JP" sz="1000" b="0" dirty="0" smtClean="0">
                          <a:solidFill>
                            <a:schemeClr val="tx1">
                              <a:lumMod val="65000"/>
                              <a:lumOff val="35000"/>
                            </a:schemeClr>
                          </a:solidFill>
                          <a:latin typeface="Meiryo UI" pitchFamily="50" charset="-128"/>
                          <a:ea typeface="Meiryo UI" pitchFamily="50" charset="-128"/>
                          <a:cs typeface="Meiryo UI" pitchFamily="50" charset="-128"/>
                        </a:rPr>
                        <a:t>27</a:t>
                      </a:r>
                      <a:r>
                        <a:rPr kumimoji="1" lang="ja-JP" altLang="en-US" sz="1000" b="0" dirty="0" smtClean="0">
                          <a:solidFill>
                            <a:schemeClr val="tx1">
                              <a:lumMod val="65000"/>
                              <a:lumOff val="35000"/>
                            </a:schemeClr>
                          </a:solidFill>
                          <a:latin typeface="Meiryo UI" pitchFamily="50" charset="-128"/>
                          <a:ea typeface="Meiryo UI" pitchFamily="50" charset="-128"/>
                          <a:cs typeface="Meiryo UI" pitchFamily="50" charset="-128"/>
                        </a:rPr>
                        <a:t>名</a:t>
                      </a:r>
                      <a:endParaRPr kumimoji="1" lang="en-US" altLang="ja-JP" sz="1000" b="0" dirty="0" smtClean="0">
                        <a:solidFill>
                          <a:schemeClr val="tx1">
                            <a:lumMod val="65000"/>
                            <a:lumOff val="35000"/>
                          </a:schemeClr>
                        </a:solidFill>
                        <a:latin typeface="Meiryo UI" pitchFamily="50" charset="-128"/>
                        <a:ea typeface="Meiryo UI" pitchFamily="50" charset="-128"/>
                        <a:cs typeface="Meiryo UI" pitchFamily="50" charset="-128"/>
                      </a:endParaRPr>
                    </a:p>
                  </a:txBody>
                  <a:tcPr>
                    <a:lnL w="12700" cmpd="sng">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22482575"/>
                  </a:ext>
                </a:extLst>
              </a:tr>
              <a:tr h="27155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000" b="0" dirty="0" smtClean="0">
                          <a:solidFill>
                            <a:schemeClr val="tx1">
                              <a:lumMod val="65000"/>
                              <a:lumOff val="35000"/>
                            </a:schemeClr>
                          </a:solidFill>
                          <a:latin typeface="Meiryo UI" panose="020B0604030504040204" pitchFamily="50" charset="-128"/>
                          <a:ea typeface="Meiryo UI" panose="020B0604030504040204" pitchFamily="50" charset="-128"/>
                          <a:cs typeface="Meiryo UI" pitchFamily="50" charset="-128"/>
                        </a:rPr>
                        <a:t>VMware</a:t>
                      </a:r>
                      <a:r>
                        <a:rPr kumimoji="1" lang="ja-JP" altLang="en-US" sz="1000" b="0" dirty="0" smtClean="0">
                          <a:solidFill>
                            <a:schemeClr val="tx1">
                              <a:lumMod val="65000"/>
                              <a:lumOff val="35000"/>
                            </a:schemeClr>
                          </a:solidFill>
                          <a:latin typeface="Meiryo UI" panose="020B0604030504040204" pitchFamily="50" charset="-128"/>
                          <a:ea typeface="Meiryo UI" panose="020B0604030504040204" pitchFamily="50" charset="-128"/>
                          <a:cs typeface="Meiryo UI" pitchFamily="50" charset="-128"/>
                        </a:rPr>
                        <a:t>認定技術者</a:t>
                      </a:r>
                      <a:endParaRPr kumimoji="1" lang="en-US" altLang="ja-JP" sz="1000" b="0" dirty="0" smtClean="0">
                        <a:solidFill>
                          <a:schemeClr val="tx1">
                            <a:lumMod val="65000"/>
                            <a:lumOff val="35000"/>
                          </a:schemeClr>
                        </a:solidFill>
                        <a:latin typeface="Meiryo UI" panose="020B0604030504040204" pitchFamily="50" charset="-128"/>
                        <a:ea typeface="Meiryo UI" panose="020B0604030504040204" pitchFamily="50" charset="-128"/>
                        <a:cs typeface="Meiryo UI" pitchFamily="50" charset="-128"/>
                      </a:endParaRPr>
                    </a:p>
                  </a:txBody>
                  <a:tcPr>
                    <a:lnL w="12700" cmpd="sng">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1" lang="en-US" altLang="ja-JP" sz="1000" b="0" dirty="0" smtClean="0">
                          <a:solidFill>
                            <a:schemeClr val="tx1">
                              <a:lumMod val="65000"/>
                              <a:lumOff val="35000"/>
                            </a:schemeClr>
                          </a:solidFill>
                          <a:latin typeface="Meiryo UI" pitchFamily="50" charset="-128"/>
                          <a:ea typeface="Meiryo UI" pitchFamily="50" charset="-128"/>
                          <a:cs typeface="Meiryo UI" pitchFamily="50" charset="-128"/>
                        </a:rPr>
                        <a:t>48</a:t>
                      </a:r>
                      <a:r>
                        <a:rPr kumimoji="1" lang="ja-JP" altLang="en-US" sz="1000" b="0" dirty="0" smtClean="0">
                          <a:solidFill>
                            <a:schemeClr val="tx1">
                              <a:lumMod val="65000"/>
                              <a:lumOff val="35000"/>
                            </a:schemeClr>
                          </a:solidFill>
                          <a:latin typeface="Meiryo UI" pitchFamily="50" charset="-128"/>
                          <a:ea typeface="Meiryo UI" pitchFamily="50" charset="-128"/>
                          <a:cs typeface="Meiryo UI" pitchFamily="50" charset="-128"/>
                        </a:rPr>
                        <a:t>名</a:t>
                      </a:r>
                      <a:endParaRPr kumimoji="1" lang="en-US" altLang="ja-JP" sz="1000" b="0" dirty="0" smtClean="0">
                        <a:solidFill>
                          <a:schemeClr val="tx1">
                            <a:lumMod val="65000"/>
                            <a:lumOff val="35000"/>
                          </a:schemeClr>
                        </a:solidFill>
                        <a:latin typeface="Meiryo UI" pitchFamily="50" charset="-128"/>
                        <a:ea typeface="Meiryo UI" pitchFamily="50" charset="-128"/>
                        <a:cs typeface="Meiryo UI" pitchFamily="50" charset="-128"/>
                      </a:endParaRPr>
                    </a:p>
                  </a:txBody>
                  <a:tcPr>
                    <a:lnL w="12700" cmpd="sng">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70973916"/>
                  </a:ext>
                </a:extLst>
              </a:tr>
              <a:tr h="27155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dirty="0" smtClean="0">
                          <a:solidFill>
                            <a:schemeClr val="tx1">
                              <a:lumMod val="65000"/>
                              <a:lumOff val="35000"/>
                            </a:schemeClr>
                          </a:solidFill>
                          <a:latin typeface="Meiryo UI" panose="020B0604030504040204" pitchFamily="50" charset="-128"/>
                          <a:ea typeface="Meiryo UI" panose="020B0604030504040204" pitchFamily="50" charset="-128"/>
                          <a:cs typeface="Meiryo UI" pitchFamily="50" charset="-128"/>
                        </a:rPr>
                        <a:t>AWS</a:t>
                      </a:r>
                      <a:r>
                        <a:rPr kumimoji="1" lang="ja-JP" altLang="en-US" sz="1000" b="0" dirty="0" smtClean="0">
                          <a:solidFill>
                            <a:schemeClr val="tx1">
                              <a:lumMod val="65000"/>
                              <a:lumOff val="35000"/>
                            </a:schemeClr>
                          </a:solidFill>
                          <a:latin typeface="Meiryo UI" panose="020B0604030504040204" pitchFamily="50" charset="-128"/>
                          <a:ea typeface="Meiryo UI" panose="020B0604030504040204" pitchFamily="50" charset="-128"/>
                          <a:cs typeface="Meiryo UI" pitchFamily="50" charset="-128"/>
                        </a:rPr>
                        <a:t>認定技術者</a:t>
                      </a:r>
                      <a:endParaRPr kumimoji="1" lang="en-US" altLang="ja-JP" sz="1000" b="0" dirty="0" smtClean="0">
                        <a:solidFill>
                          <a:schemeClr val="tx1">
                            <a:lumMod val="65000"/>
                            <a:lumOff val="35000"/>
                          </a:schemeClr>
                        </a:solidFill>
                        <a:latin typeface="Meiryo UI" panose="020B0604030504040204" pitchFamily="50" charset="-128"/>
                        <a:ea typeface="Meiryo UI" panose="020B0604030504040204" pitchFamily="50" charset="-128"/>
                        <a:cs typeface="Meiryo UI" pitchFamily="50" charset="-128"/>
                      </a:endParaRPr>
                    </a:p>
                  </a:txBody>
                  <a:tcPr>
                    <a:lnL w="12700" cmpd="sng">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1" lang="en-US" altLang="ja-JP" sz="1000" b="0" dirty="0" smtClean="0">
                          <a:solidFill>
                            <a:schemeClr val="tx1">
                              <a:lumMod val="65000"/>
                              <a:lumOff val="35000"/>
                            </a:schemeClr>
                          </a:solidFill>
                          <a:latin typeface="Meiryo UI" pitchFamily="50" charset="-128"/>
                          <a:ea typeface="Meiryo UI" pitchFamily="50" charset="-128"/>
                          <a:cs typeface="Meiryo UI" pitchFamily="50" charset="-128"/>
                        </a:rPr>
                        <a:t>53</a:t>
                      </a:r>
                      <a:r>
                        <a:rPr kumimoji="1" lang="ja-JP" altLang="en-US" sz="1000" b="0" dirty="0" smtClean="0">
                          <a:solidFill>
                            <a:schemeClr val="tx1">
                              <a:lumMod val="65000"/>
                              <a:lumOff val="35000"/>
                            </a:schemeClr>
                          </a:solidFill>
                          <a:latin typeface="Meiryo UI" pitchFamily="50" charset="-128"/>
                          <a:ea typeface="Meiryo UI" pitchFamily="50" charset="-128"/>
                          <a:cs typeface="Meiryo UI" pitchFamily="50" charset="-128"/>
                        </a:rPr>
                        <a:t>名</a:t>
                      </a:r>
                      <a:endParaRPr kumimoji="1" lang="en-US" altLang="ja-JP" sz="1000" b="0" dirty="0" smtClean="0">
                        <a:solidFill>
                          <a:schemeClr val="tx1">
                            <a:lumMod val="65000"/>
                            <a:lumOff val="35000"/>
                          </a:schemeClr>
                        </a:solidFill>
                        <a:latin typeface="Meiryo UI" pitchFamily="50" charset="-128"/>
                        <a:ea typeface="Meiryo UI" pitchFamily="50" charset="-128"/>
                        <a:cs typeface="Meiryo UI" pitchFamily="50" charset="-128"/>
                      </a:endParaRPr>
                    </a:p>
                  </a:txBody>
                  <a:tcPr>
                    <a:lnL w="12700" cmpd="sng">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64652343"/>
                  </a:ext>
                </a:extLst>
              </a:tr>
              <a:tr h="27155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000" b="0" dirty="0" err="1" smtClean="0">
                          <a:solidFill>
                            <a:schemeClr val="tx1">
                              <a:lumMod val="65000"/>
                              <a:lumOff val="35000"/>
                            </a:schemeClr>
                          </a:solidFill>
                          <a:latin typeface="Meiryo UI" panose="020B0604030504040204" pitchFamily="50" charset="-128"/>
                          <a:ea typeface="Meiryo UI" panose="020B0604030504040204" pitchFamily="50" charset="-128"/>
                          <a:cs typeface="Meiryo UI" pitchFamily="50" charset="-128"/>
                        </a:rPr>
                        <a:t>ServiceNow</a:t>
                      </a:r>
                      <a:r>
                        <a:rPr kumimoji="1" lang="ja-JP" altLang="en-US" sz="1000" b="0" dirty="0" smtClean="0">
                          <a:solidFill>
                            <a:schemeClr val="tx1">
                              <a:lumMod val="65000"/>
                              <a:lumOff val="35000"/>
                            </a:schemeClr>
                          </a:solidFill>
                          <a:latin typeface="Meiryo UI" panose="020B0604030504040204" pitchFamily="50" charset="-128"/>
                          <a:ea typeface="Meiryo UI" panose="020B0604030504040204" pitchFamily="50" charset="-128"/>
                          <a:cs typeface="Meiryo UI" pitchFamily="50" charset="-128"/>
                        </a:rPr>
                        <a:t>認定技術者</a:t>
                      </a:r>
                      <a:endParaRPr kumimoji="1" lang="en-US" altLang="ja-JP" sz="1000" b="0" dirty="0" smtClean="0">
                        <a:solidFill>
                          <a:schemeClr val="tx1">
                            <a:lumMod val="65000"/>
                            <a:lumOff val="35000"/>
                          </a:schemeClr>
                        </a:solidFill>
                        <a:latin typeface="Meiryo UI" panose="020B0604030504040204" pitchFamily="50" charset="-128"/>
                        <a:ea typeface="Meiryo UI" panose="020B0604030504040204" pitchFamily="50" charset="-128"/>
                        <a:cs typeface="Meiryo UI" pitchFamily="50" charset="-128"/>
                      </a:endParaRPr>
                    </a:p>
                  </a:txBody>
                  <a:tcPr>
                    <a:lnL w="12700" cmpd="sng">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1" lang="en-US" altLang="ja-JP" sz="1000" b="0" dirty="0" smtClean="0">
                          <a:solidFill>
                            <a:schemeClr val="tx1">
                              <a:lumMod val="65000"/>
                              <a:lumOff val="35000"/>
                            </a:schemeClr>
                          </a:solidFill>
                          <a:latin typeface="Meiryo UI" pitchFamily="50" charset="-128"/>
                          <a:ea typeface="Meiryo UI" pitchFamily="50" charset="-128"/>
                          <a:cs typeface="Meiryo UI" pitchFamily="50" charset="-128"/>
                        </a:rPr>
                        <a:t>24</a:t>
                      </a:r>
                      <a:r>
                        <a:rPr kumimoji="1" lang="ja-JP" altLang="en-US" sz="1000" b="0" dirty="0" smtClean="0">
                          <a:solidFill>
                            <a:schemeClr val="tx1">
                              <a:lumMod val="65000"/>
                              <a:lumOff val="35000"/>
                            </a:schemeClr>
                          </a:solidFill>
                          <a:latin typeface="Meiryo UI" pitchFamily="50" charset="-128"/>
                          <a:ea typeface="Meiryo UI" pitchFamily="50" charset="-128"/>
                          <a:cs typeface="Meiryo UI" pitchFamily="50" charset="-128"/>
                        </a:rPr>
                        <a:t>名</a:t>
                      </a:r>
                      <a:endParaRPr kumimoji="1" lang="en-US" altLang="ja-JP" sz="1000" b="0" dirty="0" smtClean="0">
                        <a:solidFill>
                          <a:schemeClr val="tx1">
                            <a:lumMod val="65000"/>
                            <a:lumOff val="35000"/>
                          </a:schemeClr>
                        </a:solidFill>
                        <a:latin typeface="Meiryo UI" pitchFamily="50" charset="-128"/>
                        <a:ea typeface="Meiryo UI" pitchFamily="50" charset="-128"/>
                        <a:cs typeface="Meiryo UI" pitchFamily="50" charset="-128"/>
                      </a:endParaRPr>
                    </a:p>
                  </a:txBody>
                  <a:tcPr>
                    <a:lnL w="12700" cmpd="sng">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50232862"/>
                  </a:ext>
                </a:extLst>
              </a:tr>
              <a:tr h="27155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000" b="0" dirty="0" smtClean="0">
                          <a:solidFill>
                            <a:schemeClr val="tx1">
                              <a:lumMod val="65000"/>
                              <a:lumOff val="35000"/>
                            </a:schemeClr>
                          </a:solidFill>
                          <a:latin typeface="Meiryo UI" panose="020B0604030504040204" pitchFamily="50" charset="-128"/>
                          <a:ea typeface="Meiryo UI" panose="020B0604030504040204" pitchFamily="50" charset="-128"/>
                          <a:cs typeface="Meiryo UI" pitchFamily="50" charset="-128"/>
                        </a:rPr>
                        <a:t>Intra-mart</a:t>
                      </a:r>
                      <a:r>
                        <a:rPr kumimoji="1" lang="ja-JP" altLang="en-US" sz="1000" b="0" dirty="0" smtClean="0">
                          <a:solidFill>
                            <a:schemeClr val="tx1">
                              <a:lumMod val="65000"/>
                              <a:lumOff val="35000"/>
                            </a:schemeClr>
                          </a:solidFill>
                          <a:latin typeface="Meiryo UI" panose="020B0604030504040204" pitchFamily="50" charset="-128"/>
                          <a:ea typeface="Meiryo UI" panose="020B0604030504040204" pitchFamily="50" charset="-128"/>
                          <a:cs typeface="Meiryo UI" pitchFamily="50" charset="-128"/>
                        </a:rPr>
                        <a:t>認定技術者</a:t>
                      </a:r>
                      <a:endParaRPr kumimoji="1" lang="en-US" altLang="ja-JP" sz="1000" b="0" dirty="0" smtClean="0">
                        <a:solidFill>
                          <a:schemeClr val="tx1">
                            <a:lumMod val="65000"/>
                            <a:lumOff val="35000"/>
                          </a:schemeClr>
                        </a:solidFill>
                        <a:latin typeface="Meiryo UI" panose="020B0604030504040204" pitchFamily="50" charset="-128"/>
                        <a:ea typeface="Meiryo UI" panose="020B0604030504040204" pitchFamily="50" charset="-128"/>
                        <a:cs typeface="Meiryo UI" pitchFamily="50" charset="-128"/>
                      </a:endParaRPr>
                    </a:p>
                  </a:txBody>
                  <a:tcPr>
                    <a:lnL w="12700" cmpd="sng">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1" lang="en-US" altLang="ja-JP" sz="1000" b="0" dirty="0" smtClean="0">
                          <a:solidFill>
                            <a:schemeClr val="tx1">
                              <a:lumMod val="65000"/>
                              <a:lumOff val="35000"/>
                            </a:schemeClr>
                          </a:solidFill>
                          <a:latin typeface="Meiryo UI" pitchFamily="50" charset="-128"/>
                          <a:ea typeface="Meiryo UI" pitchFamily="50" charset="-128"/>
                          <a:cs typeface="Meiryo UI" pitchFamily="50" charset="-128"/>
                        </a:rPr>
                        <a:t>17</a:t>
                      </a:r>
                      <a:r>
                        <a:rPr kumimoji="1" lang="ja-JP" altLang="en-US" sz="1000" b="0" dirty="0" smtClean="0">
                          <a:solidFill>
                            <a:schemeClr val="tx1">
                              <a:lumMod val="65000"/>
                              <a:lumOff val="35000"/>
                            </a:schemeClr>
                          </a:solidFill>
                          <a:latin typeface="Meiryo UI" pitchFamily="50" charset="-128"/>
                          <a:ea typeface="Meiryo UI" pitchFamily="50" charset="-128"/>
                          <a:cs typeface="Meiryo UI" pitchFamily="50" charset="-128"/>
                        </a:rPr>
                        <a:t>名</a:t>
                      </a:r>
                      <a:endParaRPr kumimoji="1" lang="en-US" altLang="ja-JP" sz="1000" b="0" dirty="0" smtClean="0">
                        <a:solidFill>
                          <a:schemeClr val="tx1">
                            <a:lumMod val="65000"/>
                            <a:lumOff val="35000"/>
                          </a:schemeClr>
                        </a:solidFill>
                        <a:latin typeface="Meiryo UI" pitchFamily="50" charset="-128"/>
                        <a:ea typeface="Meiryo UI" pitchFamily="50" charset="-128"/>
                        <a:cs typeface="Meiryo UI" pitchFamily="50" charset="-128"/>
                      </a:endParaRPr>
                    </a:p>
                  </a:txBody>
                  <a:tcPr>
                    <a:lnL w="12700" cmpd="sng">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6146074"/>
                  </a:ext>
                </a:extLst>
              </a:tr>
            </a:tbl>
          </a:graphicData>
        </a:graphic>
      </p:graphicFrame>
      <p:sp>
        <p:nvSpPr>
          <p:cNvPr id="10" name="コンテンツ プレースホルダー 2"/>
          <p:cNvSpPr txBox="1">
            <a:spLocks/>
          </p:cNvSpPr>
          <p:nvPr/>
        </p:nvSpPr>
        <p:spPr>
          <a:xfrm>
            <a:off x="6502513" y="2132496"/>
            <a:ext cx="2422412" cy="1523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ts val="1000"/>
              </a:lnSpc>
              <a:buFont typeface="Arial" panose="020B0604020202020204" pitchFamily="34" charset="0"/>
              <a:buNone/>
            </a:pPr>
            <a:r>
              <a:rPr lang="ja-JP" altLang="en-US" sz="1400" dirty="0" smtClean="0">
                <a:solidFill>
                  <a:schemeClr val="tx1">
                    <a:lumMod val="65000"/>
                    <a:lumOff val="35000"/>
                  </a:schemeClr>
                </a:solidFill>
                <a:latin typeface="メイリオ" panose="020B0604030504040204" pitchFamily="50" charset="-128"/>
                <a:ea typeface="メイリオ" panose="020B0604030504040204" pitchFamily="50" charset="-128"/>
              </a:rPr>
              <a:t>■有資格者</a:t>
            </a:r>
            <a:endParaRPr lang="ja-JP" altLang="en-US" sz="14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1" name="コンテンツ プレースホルダー 2"/>
          <p:cNvSpPr txBox="1">
            <a:spLocks/>
          </p:cNvSpPr>
          <p:nvPr/>
        </p:nvSpPr>
        <p:spPr>
          <a:xfrm>
            <a:off x="10100733" y="6293980"/>
            <a:ext cx="863600" cy="1523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ts val="1000"/>
              </a:lnSpc>
              <a:buFont typeface="Arial" panose="020B0604020202020204" pitchFamily="34" charset="0"/>
              <a:buNone/>
            </a:pPr>
            <a:r>
              <a:rPr lang="en-US" altLang="ja-JP" sz="1000" dirty="0" smtClean="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000" dirty="0" smtClean="0">
                <a:solidFill>
                  <a:schemeClr val="tx1">
                    <a:lumMod val="65000"/>
                    <a:lumOff val="35000"/>
                  </a:schemeClr>
                </a:solidFill>
                <a:latin typeface="メイリオ" panose="020B0604030504040204" pitchFamily="50" charset="-128"/>
                <a:ea typeface="メイリオ" panose="020B0604030504040204" pitchFamily="50" charset="-128"/>
              </a:rPr>
              <a:t>のべ人数</a:t>
            </a:r>
            <a:r>
              <a:rPr lang="en-US" altLang="ja-JP" sz="1000" dirty="0" smtClean="0">
                <a:solidFill>
                  <a:schemeClr val="tx1">
                    <a:lumMod val="65000"/>
                    <a:lumOff val="35000"/>
                  </a:schemeClr>
                </a:solidFill>
                <a:latin typeface="メイリオ" panose="020B0604030504040204" pitchFamily="50" charset="-128"/>
                <a:ea typeface="メイリオ" panose="020B0604030504040204" pitchFamily="50" charset="-128"/>
              </a:rPr>
              <a:t>)</a:t>
            </a:r>
            <a:endPar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2" name="タイトル 3"/>
          <p:cNvSpPr txBox="1">
            <a:spLocks/>
          </p:cNvSpPr>
          <p:nvPr/>
        </p:nvSpPr>
        <p:spPr>
          <a:xfrm>
            <a:off x="751915" y="608053"/>
            <a:ext cx="11293475" cy="5302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2800" b="1" dirty="0" smtClean="0">
                <a:solidFill>
                  <a:schemeClr val="tx2"/>
                </a:solidFill>
                <a:latin typeface="ＭＳ Ｐゴシック" panose="020B0600070205080204" pitchFamily="50" charset="-128"/>
                <a:ea typeface="ＭＳ Ｐゴシック" panose="020B0600070205080204" pitchFamily="50" charset="-128"/>
              </a:rPr>
              <a:t>会社概要➁</a:t>
            </a:r>
            <a:endParaRPr lang="ja-JP" altLang="en-US" sz="2800" b="1" dirty="0">
              <a:solidFill>
                <a:schemeClr val="tx2"/>
              </a:solidFill>
              <a:latin typeface="ＭＳ Ｐゴシック" panose="020B0600070205080204" pitchFamily="50" charset="-128"/>
              <a:ea typeface="ＭＳ Ｐゴシック" panose="020B0600070205080204" pitchFamily="50" charset="-128"/>
            </a:endParaRPr>
          </a:p>
        </p:txBody>
      </p:sp>
    </p:spTree>
    <p:extLst>
      <p:ext uri="{BB962C8B-B14F-4D97-AF65-F5344CB8AC3E}">
        <p14:creationId xmlns:p14="http://schemas.microsoft.com/office/powerpoint/2010/main" val="72068806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p:cNvPicPr>
            <a:picLocks noChangeAspect="1"/>
          </p:cNvPicPr>
          <p:nvPr/>
        </p:nvPicPr>
        <p:blipFill rotWithShape="1">
          <a:blip r:embed="rId2"/>
          <a:srcRect l="17243" t="40582" r="15718" b="25424"/>
          <a:stretch/>
        </p:blipFill>
        <p:spPr>
          <a:xfrm>
            <a:off x="556398" y="2275146"/>
            <a:ext cx="11079805" cy="2511775"/>
          </a:xfrm>
          <a:prstGeom prst="rect">
            <a:avLst/>
          </a:prstGeom>
        </p:spPr>
      </p:pic>
      <p:pic>
        <p:nvPicPr>
          <p:cNvPr id="7" name="図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57661" y="3990386"/>
            <a:ext cx="1786428" cy="578511"/>
          </a:xfrm>
          <a:prstGeom prst="rect">
            <a:avLst/>
          </a:prstGeom>
        </p:spPr>
      </p:pic>
      <p:pic>
        <p:nvPicPr>
          <p:cNvPr id="13" name="図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78121" y="4878184"/>
            <a:ext cx="1630504" cy="597054"/>
          </a:xfrm>
          <a:prstGeom prst="rect">
            <a:avLst/>
          </a:prstGeom>
        </p:spPr>
      </p:pic>
      <p:pic>
        <p:nvPicPr>
          <p:cNvPr id="14" name="図 1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10350" y="4882131"/>
            <a:ext cx="1457382" cy="478542"/>
          </a:xfrm>
          <a:prstGeom prst="rect">
            <a:avLst/>
          </a:prstGeom>
        </p:spPr>
      </p:pic>
      <p:pic>
        <p:nvPicPr>
          <p:cNvPr id="12" name="図 1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367732" y="4213503"/>
            <a:ext cx="1877595" cy="383563"/>
          </a:xfrm>
          <a:prstGeom prst="rect">
            <a:avLst/>
          </a:prstGeom>
        </p:spPr>
      </p:pic>
      <p:pic>
        <p:nvPicPr>
          <p:cNvPr id="15" name="図 1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762984" y="4878184"/>
            <a:ext cx="1775614" cy="358171"/>
          </a:xfrm>
          <a:prstGeom prst="rect">
            <a:avLst/>
          </a:prstGeom>
        </p:spPr>
      </p:pic>
      <p:pic>
        <p:nvPicPr>
          <p:cNvPr id="2050" name="Picture 2" descr="株式会社NTTデータSMS ｜ RPA 国内シェアNo.1 「WinActor（ウィンアクター）」｜NTTデータ公式サイト"/>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499960" y="4619033"/>
            <a:ext cx="1879908" cy="1004739"/>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小林製薬株式会社  クライアントボイス〜実績やノウハウをしっかり持っていて、他社と比べて施策の根拠がありそうだと感じた｜WEBコンサルティング｜株式会社ペンシル"/>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l="14616" t="21830" r="13116" b="24579"/>
          <a:stretch/>
        </p:blipFill>
        <p:spPr bwMode="auto">
          <a:xfrm>
            <a:off x="6069080" y="4915994"/>
            <a:ext cx="1705707" cy="444679"/>
          </a:xfrm>
          <a:prstGeom prst="rect">
            <a:avLst/>
          </a:prstGeom>
          <a:noFill/>
          <a:extLst>
            <a:ext uri="{909E8E84-426E-40DD-AFC4-6F175D3DCCD1}">
              <a14:hiddenFill xmlns:a14="http://schemas.microsoft.com/office/drawing/2010/main">
                <a:solidFill>
                  <a:srgbClr val="FFFFFF"/>
                </a:solidFill>
              </a14:hiddenFill>
            </a:ext>
          </a:extLst>
        </p:spPr>
      </p:pic>
      <p:sp>
        <p:nvSpPr>
          <p:cNvPr id="17" name="コンテンツ プレースホルダー 4"/>
          <p:cNvSpPr>
            <a:spLocks noGrp="1"/>
          </p:cNvSpPr>
          <p:nvPr>
            <p:ph idx="4294967295"/>
          </p:nvPr>
        </p:nvSpPr>
        <p:spPr>
          <a:xfrm>
            <a:off x="136635" y="1643829"/>
            <a:ext cx="11295063" cy="3979862"/>
          </a:xfrm>
        </p:spPr>
        <p:txBody>
          <a:bodyPr>
            <a:normAutofit/>
          </a:bodyPr>
          <a:lstStyle/>
          <a:p>
            <a:pPr marL="0" indent="0" algn="ctr">
              <a:buNone/>
            </a:pPr>
            <a:r>
              <a:rPr lang="ja-JP" altLang="en-US" dirty="0" smtClean="0">
                <a:solidFill>
                  <a:schemeClr val="tx1">
                    <a:lumMod val="65000"/>
                    <a:lumOff val="35000"/>
                  </a:schemeClr>
                </a:solidFill>
                <a:latin typeface="Meiryo UI" panose="020B0604030504040204" pitchFamily="50" charset="-128"/>
                <a:ea typeface="Meiryo UI" panose="020B0604030504040204" pitchFamily="50" charset="-128"/>
              </a:rPr>
              <a:t>主要取引先企業一覧</a:t>
            </a:r>
            <a:r>
              <a:rPr lang="en-US" altLang="ja-JP" dirty="0" smtClean="0">
                <a:solidFill>
                  <a:schemeClr val="tx1">
                    <a:lumMod val="65000"/>
                    <a:lumOff val="35000"/>
                  </a:schemeClr>
                </a:solidFill>
                <a:latin typeface="Meiryo UI" panose="020B0604030504040204" pitchFamily="50" charset="-128"/>
                <a:ea typeface="Meiryo UI" panose="020B0604030504040204" pitchFamily="50" charset="-128"/>
              </a:rPr>
              <a:t>(</a:t>
            </a:r>
            <a:r>
              <a:rPr lang="ja-JP" altLang="en-US" dirty="0" smtClean="0">
                <a:solidFill>
                  <a:schemeClr val="tx1">
                    <a:lumMod val="65000"/>
                    <a:lumOff val="35000"/>
                  </a:schemeClr>
                </a:solidFill>
                <a:latin typeface="Meiryo UI" panose="020B0604030504040204" pitchFamily="50" charset="-128"/>
                <a:ea typeface="Meiryo UI" panose="020B0604030504040204" pitchFamily="50" charset="-128"/>
              </a:rPr>
              <a:t>グループ会社全体</a:t>
            </a:r>
            <a:r>
              <a:rPr lang="en-US" altLang="ja-JP" dirty="0" smtClean="0">
                <a:solidFill>
                  <a:schemeClr val="tx1">
                    <a:lumMod val="65000"/>
                    <a:lumOff val="35000"/>
                  </a:schemeClr>
                </a:solidFill>
                <a:latin typeface="Meiryo UI" panose="020B0604030504040204" pitchFamily="50" charset="-128"/>
                <a:ea typeface="Meiryo UI" panose="020B0604030504040204" pitchFamily="50" charset="-128"/>
              </a:rPr>
              <a:t>)</a:t>
            </a:r>
            <a:endParaRPr kumimoji="1" lang="en-US" altLang="ja-JP" dirty="0" smtClean="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26" name="タイトル 3"/>
          <p:cNvSpPr txBox="1">
            <a:spLocks/>
          </p:cNvSpPr>
          <p:nvPr/>
        </p:nvSpPr>
        <p:spPr>
          <a:xfrm>
            <a:off x="751915" y="608053"/>
            <a:ext cx="11293475" cy="5302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2800" b="1" dirty="0" smtClean="0">
                <a:solidFill>
                  <a:schemeClr val="accent5">
                    <a:lumMod val="75000"/>
                  </a:schemeClr>
                </a:solidFill>
                <a:latin typeface="メイリオ" panose="020B0604030504040204" pitchFamily="50" charset="-128"/>
                <a:ea typeface="メイリオ" panose="020B0604030504040204" pitchFamily="50" charset="-128"/>
              </a:rPr>
              <a:t>取引先企業</a:t>
            </a:r>
            <a:r>
              <a:rPr lang="ja-JP" altLang="en-US" sz="2800" b="1" dirty="0">
                <a:solidFill>
                  <a:schemeClr val="accent5">
                    <a:lumMod val="75000"/>
                  </a:schemeClr>
                </a:solidFill>
                <a:latin typeface="メイリオ" panose="020B0604030504040204" pitchFamily="50" charset="-128"/>
                <a:ea typeface="メイリオ" panose="020B0604030504040204" pitchFamily="50" charset="-128"/>
              </a:rPr>
              <a:t>一覧</a:t>
            </a:r>
          </a:p>
        </p:txBody>
      </p:sp>
      <p:pic>
        <p:nvPicPr>
          <p:cNvPr id="16" name="Picture 18" descr="次世代システム共通基盤「intra-mart Accel Platform」 | MIJS"/>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985772" y="5475238"/>
            <a:ext cx="1201910" cy="550349"/>
          </a:xfrm>
          <a:prstGeom prst="rect">
            <a:avLst/>
          </a:prstGeom>
          <a:noFill/>
          <a:extLst>
            <a:ext uri="{909E8E84-426E-40DD-AFC4-6F175D3DCCD1}">
              <a14:hiddenFill xmlns:a14="http://schemas.microsoft.com/office/drawing/2010/main">
                <a:solidFill>
                  <a:srgbClr val="FFFFFF"/>
                </a:solidFill>
              </a14:hiddenFill>
            </a:ext>
          </a:extLst>
        </p:spPr>
      </p:pic>
      <p:pic>
        <p:nvPicPr>
          <p:cNvPr id="2" name="図 1"/>
          <p:cNvPicPr>
            <a:picLocks noChangeAspect="1"/>
          </p:cNvPicPr>
          <p:nvPr/>
        </p:nvPicPr>
        <p:blipFill>
          <a:blip r:embed="rId11"/>
          <a:stretch>
            <a:fillRect/>
          </a:stretch>
        </p:blipFill>
        <p:spPr>
          <a:xfrm>
            <a:off x="3657798" y="5575196"/>
            <a:ext cx="894284" cy="465929"/>
          </a:xfrm>
          <a:prstGeom prst="rect">
            <a:avLst/>
          </a:prstGeom>
        </p:spPr>
      </p:pic>
      <p:pic>
        <p:nvPicPr>
          <p:cNvPr id="3" name="図 2"/>
          <p:cNvPicPr>
            <a:picLocks noChangeAspect="1"/>
          </p:cNvPicPr>
          <p:nvPr/>
        </p:nvPicPr>
        <p:blipFill>
          <a:blip r:embed="rId12"/>
          <a:stretch>
            <a:fillRect/>
          </a:stretch>
        </p:blipFill>
        <p:spPr>
          <a:xfrm>
            <a:off x="4839677" y="5564424"/>
            <a:ext cx="838478" cy="461163"/>
          </a:xfrm>
          <a:prstGeom prst="rect">
            <a:avLst/>
          </a:prstGeom>
        </p:spPr>
      </p:pic>
      <p:pic>
        <p:nvPicPr>
          <p:cNvPr id="22" name="図 21"/>
          <p:cNvPicPr>
            <a:picLocks noChangeAspect="1"/>
          </p:cNvPicPr>
          <p:nvPr/>
        </p:nvPicPr>
        <p:blipFill>
          <a:blip r:embed="rId13"/>
          <a:stretch>
            <a:fillRect/>
          </a:stretch>
        </p:blipFill>
        <p:spPr>
          <a:xfrm>
            <a:off x="6028201" y="5549731"/>
            <a:ext cx="918517" cy="549816"/>
          </a:xfrm>
          <a:prstGeom prst="rect">
            <a:avLst/>
          </a:prstGeom>
        </p:spPr>
      </p:pic>
      <p:pic>
        <p:nvPicPr>
          <p:cNvPr id="53" name="図 52"/>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221646" y="5648770"/>
            <a:ext cx="1236375" cy="407909"/>
          </a:xfrm>
          <a:prstGeom prst="rect">
            <a:avLst/>
          </a:prstGeom>
        </p:spPr>
      </p:pic>
      <p:pic>
        <p:nvPicPr>
          <p:cNvPr id="54" name="図 53"/>
          <p:cNvPicPr>
            <a:picLocks noChangeAspect="1"/>
          </p:cNvPicPr>
          <p:nvPr/>
        </p:nvPicPr>
        <p:blipFill rotWithShape="1">
          <a:blip r:embed="rId15">
            <a:extLst>
              <a:ext uri="{28A0092B-C50C-407E-A947-70E740481C1C}">
                <a14:useLocalDpi xmlns:a14="http://schemas.microsoft.com/office/drawing/2010/main" val="0"/>
              </a:ext>
            </a:extLst>
          </a:blip>
          <a:srcRect t="22908" b="17602"/>
          <a:stretch/>
        </p:blipFill>
        <p:spPr>
          <a:xfrm>
            <a:off x="8692146" y="5588471"/>
            <a:ext cx="1120942" cy="499493"/>
          </a:xfrm>
          <a:prstGeom prst="rect">
            <a:avLst/>
          </a:prstGeom>
        </p:spPr>
      </p:pic>
      <p:pic>
        <p:nvPicPr>
          <p:cNvPr id="55" name="図 54"/>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10049933" y="5683247"/>
            <a:ext cx="1198187" cy="342340"/>
          </a:xfrm>
          <a:prstGeom prst="rect">
            <a:avLst/>
          </a:prstGeom>
        </p:spPr>
      </p:pic>
      <p:pic>
        <p:nvPicPr>
          <p:cNvPr id="56" name="図 55"/>
          <p:cNvPicPr>
            <a:picLocks noChangeAspect="1"/>
          </p:cNvPicPr>
          <p:nvPr/>
        </p:nvPicPr>
        <p:blipFill>
          <a:blip r:embed="rId17"/>
          <a:stretch>
            <a:fillRect/>
          </a:stretch>
        </p:blipFill>
        <p:spPr>
          <a:xfrm>
            <a:off x="2604005" y="5710311"/>
            <a:ext cx="766198" cy="228656"/>
          </a:xfrm>
          <a:prstGeom prst="rect">
            <a:avLst/>
          </a:prstGeom>
        </p:spPr>
      </p:pic>
      <p:pic>
        <p:nvPicPr>
          <p:cNvPr id="4" name="図 3"/>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961967" y="4943842"/>
            <a:ext cx="1558209" cy="232869"/>
          </a:xfrm>
          <a:prstGeom prst="rect">
            <a:avLst/>
          </a:prstGeom>
        </p:spPr>
      </p:pic>
    </p:spTree>
    <p:extLst>
      <p:ext uri="{BB962C8B-B14F-4D97-AF65-F5344CB8AC3E}">
        <p14:creationId xmlns:p14="http://schemas.microsoft.com/office/powerpoint/2010/main" val="369270474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idx="4294967295"/>
          </p:nvPr>
        </p:nvSpPr>
        <p:spPr>
          <a:xfrm>
            <a:off x="751915" y="609504"/>
            <a:ext cx="11293475" cy="530225"/>
          </a:xfrm>
        </p:spPr>
        <p:txBody>
          <a:bodyPr>
            <a:normAutofit/>
          </a:bodyPr>
          <a:lstStyle/>
          <a:p>
            <a:r>
              <a:rPr lang="ja-JP" altLang="en-US" sz="2800" b="1" dirty="0">
                <a:solidFill>
                  <a:schemeClr val="tx2"/>
                </a:solidFill>
                <a:latin typeface="ＭＳ Ｐゴシック" panose="020B0600070205080204" pitchFamily="50" charset="-128"/>
                <a:ea typeface="ＭＳ Ｐゴシック" panose="020B0600070205080204" pitchFamily="50" charset="-128"/>
              </a:rPr>
              <a:t>主なパートナー認定とサービス</a:t>
            </a:r>
          </a:p>
        </p:txBody>
      </p:sp>
      <p:pic>
        <p:nvPicPr>
          <p:cNvPr id="32" name="図 31">
            <a:extLst>
              <a:ext uri="{FF2B5EF4-FFF2-40B4-BE49-F238E27FC236}">
                <a16:creationId xmlns:a16="http://schemas.microsoft.com/office/drawing/2014/main" id="{0EFED651-42A6-491E-B9AA-096763A2FD37}"/>
              </a:ext>
            </a:extLst>
          </p:cNvPr>
          <p:cNvPicPr>
            <a:picLocks noChangeAspect="1"/>
          </p:cNvPicPr>
          <p:nvPr/>
        </p:nvPicPr>
        <p:blipFill>
          <a:blip r:embed="rId2"/>
          <a:stretch>
            <a:fillRect/>
          </a:stretch>
        </p:blipFill>
        <p:spPr>
          <a:xfrm>
            <a:off x="7885822" y="3318971"/>
            <a:ext cx="1665995" cy="445361"/>
          </a:xfrm>
          <a:prstGeom prst="rect">
            <a:avLst/>
          </a:prstGeom>
        </p:spPr>
      </p:pic>
      <p:pic>
        <p:nvPicPr>
          <p:cNvPr id="33" name="図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60901" y="1945697"/>
            <a:ext cx="1421692" cy="259459"/>
          </a:xfrm>
          <a:prstGeom prst="rect">
            <a:avLst/>
          </a:prstGeom>
        </p:spPr>
      </p:pic>
      <p:pic>
        <p:nvPicPr>
          <p:cNvPr id="34" name="コンテンツ プレースホルダー 11"/>
          <p:cNvPicPr>
            <a:picLocks noChangeAspect="1"/>
          </p:cNvPicPr>
          <p:nvPr/>
        </p:nvPicPr>
        <p:blipFill>
          <a:blip r:embed="rId4"/>
          <a:stretch>
            <a:fillRect/>
          </a:stretch>
        </p:blipFill>
        <p:spPr>
          <a:xfrm>
            <a:off x="5737033" y="5270164"/>
            <a:ext cx="1669426" cy="266765"/>
          </a:xfrm>
          <a:prstGeom prst="rect">
            <a:avLst/>
          </a:prstGeom>
        </p:spPr>
      </p:pic>
      <p:pic>
        <p:nvPicPr>
          <p:cNvPr id="35" name="Picture 8" descr="「UiPath」の画像検索結果"/>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0631" t="18375" r="9045" b="18626"/>
          <a:stretch/>
        </p:blipFill>
        <p:spPr bwMode="auto">
          <a:xfrm>
            <a:off x="6013478" y="3012236"/>
            <a:ext cx="1116537" cy="394072"/>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860901" y="4168220"/>
            <a:ext cx="1515250" cy="2779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37" name="グループ化 36"/>
          <p:cNvGrpSpPr/>
          <p:nvPr/>
        </p:nvGrpSpPr>
        <p:grpSpPr>
          <a:xfrm>
            <a:off x="7927340" y="4527180"/>
            <a:ext cx="1632563" cy="695503"/>
            <a:chOff x="8241302" y="5495571"/>
            <a:chExt cx="1632563" cy="695503"/>
          </a:xfrm>
        </p:grpSpPr>
        <p:pic>
          <p:nvPicPr>
            <p:cNvPr id="38" name="図 37">
              <a:extLst>
                <a:ext uri="{FF2B5EF4-FFF2-40B4-BE49-F238E27FC236}">
                  <a16:creationId xmlns:a16="http://schemas.microsoft.com/office/drawing/2014/main" id="{9B750377-1769-4372-9F65-F35E0A1B00F2}"/>
                </a:ext>
              </a:extLst>
            </p:cNvPr>
            <p:cNvPicPr>
              <a:picLocks noChangeAspect="1"/>
            </p:cNvPicPr>
            <p:nvPr/>
          </p:nvPicPr>
          <p:blipFill>
            <a:blip r:embed="rId7"/>
            <a:stretch>
              <a:fillRect/>
            </a:stretch>
          </p:blipFill>
          <p:spPr>
            <a:xfrm>
              <a:off x="8625604" y="5495571"/>
              <a:ext cx="863961" cy="584835"/>
            </a:xfrm>
            <a:prstGeom prst="rect">
              <a:avLst/>
            </a:prstGeom>
          </p:spPr>
        </p:pic>
        <p:sp>
          <p:nvSpPr>
            <p:cNvPr id="39" name="正方形/長方形 38"/>
            <p:cNvSpPr/>
            <p:nvPr/>
          </p:nvSpPr>
          <p:spPr>
            <a:xfrm>
              <a:off x="8241302" y="5969737"/>
              <a:ext cx="1632563" cy="22133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en-US" altLang="ja-JP" sz="1400" dirty="0" smtClean="0"/>
                <a:t>SDT×KOMPIRA</a:t>
              </a:r>
              <a:endParaRPr kumimoji="1" lang="ja-JP" altLang="en-US" sz="1400" dirty="0"/>
            </a:p>
          </p:txBody>
        </p:sp>
      </p:grpSp>
      <p:grpSp>
        <p:nvGrpSpPr>
          <p:cNvPr id="40" name="グループ化 39"/>
          <p:cNvGrpSpPr/>
          <p:nvPr/>
        </p:nvGrpSpPr>
        <p:grpSpPr>
          <a:xfrm>
            <a:off x="9720929" y="5154532"/>
            <a:ext cx="1739701" cy="681497"/>
            <a:chOff x="8998077" y="4309767"/>
            <a:chExt cx="1739701" cy="681497"/>
          </a:xfrm>
        </p:grpSpPr>
        <p:pic>
          <p:nvPicPr>
            <p:cNvPr id="41" name="図 40">
              <a:extLst>
                <a:ext uri="{FF2B5EF4-FFF2-40B4-BE49-F238E27FC236}">
                  <a16:creationId xmlns:a16="http://schemas.microsoft.com/office/drawing/2014/main" id="{721DFA9D-E49F-41D0-B10A-9CB16EA787A2}"/>
                </a:ext>
              </a:extLst>
            </p:cNvPr>
            <p:cNvPicPr>
              <a:picLocks noChangeAspect="1"/>
            </p:cNvPicPr>
            <p:nvPr/>
          </p:nvPicPr>
          <p:blipFill>
            <a:blip r:embed="rId8"/>
            <a:stretch>
              <a:fillRect/>
            </a:stretch>
          </p:blipFill>
          <p:spPr>
            <a:xfrm>
              <a:off x="9583988" y="4309767"/>
              <a:ext cx="638636" cy="643550"/>
            </a:xfrm>
            <a:prstGeom prst="rect">
              <a:avLst/>
            </a:prstGeom>
            <a:ln>
              <a:noFill/>
            </a:ln>
          </p:spPr>
        </p:pic>
        <p:sp>
          <p:nvSpPr>
            <p:cNvPr id="42" name="正方形/長方形 41"/>
            <p:cNvSpPr/>
            <p:nvPr/>
          </p:nvSpPr>
          <p:spPr>
            <a:xfrm>
              <a:off x="8998077" y="4805288"/>
              <a:ext cx="1739701" cy="185976"/>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ja-JP" sz="1400" dirty="0" smtClean="0"/>
                <a:t>ONE×</a:t>
              </a:r>
              <a:r>
                <a:rPr lang="en-US" altLang="ja-JP" sz="1400" dirty="0"/>
                <a:t>COCKPIT</a:t>
              </a:r>
              <a:endParaRPr lang="en-US" altLang="ja-JP" sz="1400" dirty="0" smtClean="0"/>
            </a:p>
          </p:txBody>
        </p:sp>
      </p:grpSp>
      <p:pic>
        <p:nvPicPr>
          <p:cNvPr id="43" name="図 42"/>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622400" y="5019077"/>
            <a:ext cx="940691" cy="888493"/>
          </a:xfrm>
          <a:prstGeom prst="rect">
            <a:avLst/>
          </a:prstGeom>
        </p:spPr>
      </p:pic>
      <p:grpSp>
        <p:nvGrpSpPr>
          <p:cNvPr id="44" name="グループ化 43"/>
          <p:cNvGrpSpPr/>
          <p:nvPr/>
        </p:nvGrpSpPr>
        <p:grpSpPr>
          <a:xfrm>
            <a:off x="9768309" y="3727863"/>
            <a:ext cx="1644943" cy="841194"/>
            <a:chOff x="8998077" y="3487467"/>
            <a:chExt cx="1644943" cy="841194"/>
          </a:xfrm>
        </p:grpSpPr>
        <p:pic>
          <p:nvPicPr>
            <p:cNvPr id="45" name="Picture 2" descr="https://pig-data.jp/wp-content/uploads/flow5.png"/>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477137" y="3487467"/>
              <a:ext cx="823865" cy="769460"/>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46" name="正方形/長方形 45"/>
            <p:cNvSpPr/>
            <p:nvPr/>
          </p:nvSpPr>
          <p:spPr>
            <a:xfrm>
              <a:off x="8998077" y="4057520"/>
              <a:ext cx="1644943" cy="271141"/>
            </a:xfrm>
            <a:prstGeom prst="rect">
              <a:avLst/>
            </a:prstGeom>
            <a:ln>
              <a:noFill/>
            </a:ln>
          </p:spPr>
          <p:style>
            <a:lnRef idx="2">
              <a:schemeClr val="accent5"/>
            </a:lnRef>
            <a:fillRef idx="1">
              <a:schemeClr val="lt1"/>
            </a:fillRef>
            <a:effectRef idx="0">
              <a:schemeClr val="accent5"/>
            </a:effectRef>
            <a:fontRef idx="minor">
              <a:schemeClr val="dk1"/>
            </a:fontRef>
          </p:style>
          <p:txBody>
            <a:bodyPr rtlCol="0" anchor="ctr"/>
            <a:lstStyle/>
            <a:p>
              <a:pPr algn="ctr"/>
              <a:r>
                <a:rPr kumimoji="1" lang="en-US" altLang="ja-JP" dirty="0" err="1" smtClean="0"/>
                <a:t>PigData</a:t>
              </a:r>
              <a:endParaRPr kumimoji="1" lang="ja-JP" altLang="en-US" dirty="0"/>
            </a:p>
          </p:txBody>
        </p:sp>
      </p:grpSp>
      <p:pic>
        <p:nvPicPr>
          <p:cNvPr id="47" name="Picture 4" descr="ITIL®教育サービス サービスイメージ"/>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8052196" y="1887698"/>
            <a:ext cx="1352244" cy="760638"/>
          </a:xfrm>
          <a:prstGeom prst="rect">
            <a:avLst/>
          </a:prstGeom>
          <a:noFill/>
          <a:extLst>
            <a:ext uri="{909E8E84-426E-40DD-AFC4-6F175D3DCCD1}">
              <a14:hiddenFill xmlns:a14="http://schemas.microsoft.com/office/drawing/2010/main">
                <a:solidFill>
                  <a:srgbClr val="FFFFFF"/>
                </a:solidFill>
              </a14:hiddenFill>
            </a:ext>
          </a:extLst>
        </p:spPr>
      </p:pic>
      <p:grpSp>
        <p:nvGrpSpPr>
          <p:cNvPr id="48" name="グループ化 47"/>
          <p:cNvGrpSpPr/>
          <p:nvPr/>
        </p:nvGrpSpPr>
        <p:grpSpPr>
          <a:xfrm>
            <a:off x="9909934" y="2414340"/>
            <a:ext cx="1487396" cy="904631"/>
            <a:chOff x="9155498" y="2960653"/>
            <a:chExt cx="1487396" cy="904631"/>
          </a:xfrm>
        </p:grpSpPr>
        <p:pic>
          <p:nvPicPr>
            <p:cNvPr id="49" name="図 48">
              <a:extLst>
                <a:ext uri="{FF2B5EF4-FFF2-40B4-BE49-F238E27FC236}">
                  <a16:creationId xmlns:a16="http://schemas.microsoft.com/office/drawing/2014/main" id="{5192CBD1-BE44-4718-85C9-A537EE2D1873}"/>
                </a:ext>
              </a:extLst>
            </p:cNvPr>
            <p:cNvPicPr>
              <a:picLocks noChangeAspect="1"/>
            </p:cNvPicPr>
            <p:nvPr/>
          </p:nvPicPr>
          <p:blipFill>
            <a:blip r:embed="rId12"/>
            <a:stretch>
              <a:fillRect/>
            </a:stretch>
          </p:blipFill>
          <p:spPr>
            <a:xfrm>
              <a:off x="9255603" y="2960653"/>
              <a:ext cx="1348100" cy="695479"/>
            </a:xfrm>
            <a:prstGeom prst="rect">
              <a:avLst/>
            </a:prstGeom>
          </p:spPr>
        </p:pic>
        <p:pic>
          <p:nvPicPr>
            <p:cNvPr id="50" name="図 49">
              <a:extLst>
                <a:ext uri="{FF2B5EF4-FFF2-40B4-BE49-F238E27FC236}">
                  <a16:creationId xmlns:a16="http://schemas.microsoft.com/office/drawing/2014/main" id="{68A73ED9-AA2C-47F6-BEFA-AD2DFD05E105}"/>
                </a:ext>
              </a:extLst>
            </p:cNvPr>
            <p:cNvPicPr>
              <a:picLocks noChangeAspect="1"/>
            </p:cNvPicPr>
            <p:nvPr/>
          </p:nvPicPr>
          <p:blipFill>
            <a:blip r:embed="rId13"/>
            <a:stretch>
              <a:fillRect/>
            </a:stretch>
          </p:blipFill>
          <p:spPr>
            <a:xfrm>
              <a:off x="9705449" y="3173415"/>
              <a:ext cx="325962" cy="368972"/>
            </a:xfrm>
            <a:prstGeom prst="rect">
              <a:avLst/>
            </a:prstGeom>
          </p:spPr>
        </p:pic>
        <p:sp>
          <p:nvSpPr>
            <p:cNvPr id="51" name="正方形/長方形 50"/>
            <p:cNvSpPr/>
            <p:nvPr/>
          </p:nvSpPr>
          <p:spPr>
            <a:xfrm>
              <a:off x="9155498" y="3592718"/>
              <a:ext cx="1487396" cy="272566"/>
            </a:xfrm>
            <a:prstGeom prst="rect">
              <a:avLst/>
            </a:prstGeom>
            <a:noFill/>
            <a:ln>
              <a:noFill/>
            </a:ln>
          </p:spPr>
          <p:style>
            <a:lnRef idx="2">
              <a:schemeClr val="accent5"/>
            </a:lnRef>
            <a:fillRef idx="1">
              <a:schemeClr val="lt1"/>
            </a:fillRef>
            <a:effectRef idx="0">
              <a:schemeClr val="accent5"/>
            </a:effectRef>
            <a:fontRef idx="minor">
              <a:schemeClr val="dk1"/>
            </a:fontRef>
          </p:style>
          <p:txBody>
            <a:bodyPr rtlCol="0" anchor="ctr"/>
            <a:lstStyle/>
            <a:p>
              <a:pPr algn="ctr"/>
              <a:r>
                <a:rPr kumimoji="1" lang="en-US" altLang="ja-JP" sz="1400" dirty="0" smtClean="0">
                  <a:latin typeface="Arial" panose="020B0604020202020204" pitchFamily="34" charset="0"/>
                  <a:cs typeface="Arial" panose="020B0604020202020204" pitchFamily="34" charset="0"/>
                </a:rPr>
                <a:t>BCP</a:t>
              </a:r>
              <a:r>
                <a:rPr kumimoji="1" lang="ja-JP" altLang="en-US" sz="1400" dirty="0" smtClean="0">
                  <a:latin typeface="Arial" panose="020B0604020202020204" pitchFamily="34" charset="0"/>
                  <a:cs typeface="Arial" panose="020B0604020202020204" pitchFamily="34" charset="0"/>
                </a:rPr>
                <a:t>ｸﾗｳﾄﾞﾘﾌﾄ</a:t>
              </a:r>
              <a:endParaRPr kumimoji="1" lang="ja-JP" altLang="en-US" sz="1400" dirty="0">
                <a:latin typeface="Arial" panose="020B0604020202020204" pitchFamily="34" charset="0"/>
                <a:cs typeface="Arial" panose="020B0604020202020204" pitchFamily="34" charset="0"/>
              </a:endParaRPr>
            </a:p>
          </p:txBody>
        </p:sp>
      </p:grpSp>
      <p:pic>
        <p:nvPicPr>
          <p:cNvPr id="52" name="Picture 10" descr="ServiceNow-bk | 株式会社ロココ"/>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894884" y="1669482"/>
            <a:ext cx="1463750" cy="319088"/>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18" descr="次世代システム共通基盤「intra-mart Accel Platform」 | MIJS"/>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57716" y="3572005"/>
            <a:ext cx="1439624" cy="659197"/>
          </a:xfrm>
          <a:prstGeom prst="rect">
            <a:avLst/>
          </a:prstGeom>
          <a:noFill/>
          <a:extLst>
            <a:ext uri="{909E8E84-426E-40DD-AFC4-6F175D3DCCD1}">
              <a14:hiddenFill xmlns:a14="http://schemas.microsoft.com/office/drawing/2010/main">
                <a:solidFill>
                  <a:srgbClr val="FFFFFF"/>
                </a:solidFill>
              </a14:hiddenFill>
            </a:ext>
          </a:extLst>
        </p:spPr>
      </p:pic>
      <p:sp>
        <p:nvSpPr>
          <p:cNvPr id="55" name="Rounded Rectangle 57">
            <a:extLst>
              <a:ext uri="{FF2B5EF4-FFF2-40B4-BE49-F238E27FC236}">
                <a16:creationId xmlns:a16="http://schemas.microsoft.com/office/drawing/2014/main" id="{6FABDA76-9D3F-1242-9DB9-2DF7791683D5}"/>
              </a:ext>
            </a:extLst>
          </p:cNvPr>
          <p:cNvSpPr/>
          <p:nvPr/>
        </p:nvSpPr>
        <p:spPr>
          <a:xfrm>
            <a:off x="791816" y="4182991"/>
            <a:ext cx="1615407" cy="288008"/>
          </a:xfrm>
          <a:prstGeom prst="roundRect">
            <a:avLst>
              <a:gd name="adj" fmla="val 0"/>
            </a:avLst>
          </a:prstGeom>
          <a:solidFill>
            <a:schemeClr val="tx1"/>
          </a:solidFill>
          <a:ln/>
        </p:spPr>
        <p:style>
          <a:lnRef idx="2">
            <a:schemeClr val="dk1"/>
          </a:lnRef>
          <a:fillRef idx="1">
            <a:schemeClr val="lt1"/>
          </a:fillRef>
          <a:effectRef idx="0">
            <a:schemeClr val="dk1"/>
          </a:effectRef>
          <a:fontRef idx="minor">
            <a:schemeClr val="dk1"/>
          </a:fontRef>
        </p:style>
        <p:txBody>
          <a:bodyPr lIns="0" tIns="0" rIns="0" bIns="0" anchor="ctr"/>
          <a:lstStyle>
            <a:lvl1pPr defTabSz="685800">
              <a:defRPr>
                <a:solidFill>
                  <a:schemeClr val="tx1"/>
                </a:solidFill>
                <a:latin typeface="Arial" panose="020B0604020202020204" pitchFamily="34" charset="0"/>
              </a:defRPr>
            </a:lvl1pPr>
            <a:lvl2pPr defTabSz="685800">
              <a:defRPr>
                <a:solidFill>
                  <a:schemeClr val="tx1"/>
                </a:solidFill>
                <a:latin typeface="Arial" panose="020B0604020202020204" pitchFamily="34" charset="0"/>
              </a:defRPr>
            </a:lvl2pPr>
            <a:lvl3pPr defTabSz="685800">
              <a:defRPr>
                <a:solidFill>
                  <a:schemeClr val="tx1"/>
                </a:solidFill>
                <a:latin typeface="Arial" panose="020B0604020202020204" pitchFamily="34" charset="0"/>
              </a:defRPr>
            </a:lvl3pPr>
            <a:lvl4pPr defTabSz="685800">
              <a:defRPr>
                <a:solidFill>
                  <a:schemeClr val="tx1"/>
                </a:solidFill>
                <a:latin typeface="Arial" panose="020B0604020202020204" pitchFamily="34" charset="0"/>
              </a:defRPr>
            </a:lvl4pPr>
            <a:lvl5pPr defTabSz="685800">
              <a:defRPr>
                <a:solidFill>
                  <a:schemeClr val="tx1"/>
                </a:solidFill>
                <a:latin typeface="Arial" panose="020B0604020202020204" pitchFamily="34" charset="0"/>
              </a:defRPr>
            </a:lvl5pPr>
            <a:lvl6pPr marL="2278063" indent="7938" defTabSz="685800" eaLnBrk="0" fontAlgn="base" hangingPunct="0">
              <a:spcBef>
                <a:spcPct val="0"/>
              </a:spcBef>
              <a:spcAft>
                <a:spcPct val="0"/>
              </a:spcAft>
              <a:defRPr>
                <a:solidFill>
                  <a:schemeClr val="tx1"/>
                </a:solidFill>
                <a:latin typeface="Arial" panose="020B0604020202020204" pitchFamily="34" charset="0"/>
              </a:defRPr>
            </a:lvl6pPr>
            <a:lvl7pPr marL="2735263" indent="7938" defTabSz="685800" eaLnBrk="0" fontAlgn="base" hangingPunct="0">
              <a:spcBef>
                <a:spcPct val="0"/>
              </a:spcBef>
              <a:spcAft>
                <a:spcPct val="0"/>
              </a:spcAft>
              <a:defRPr>
                <a:solidFill>
                  <a:schemeClr val="tx1"/>
                </a:solidFill>
                <a:latin typeface="Arial" panose="020B0604020202020204" pitchFamily="34" charset="0"/>
              </a:defRPr>
            </a:lvl7pPr>
            <a:lvl8pPr marL="3192463" indent="7938" defTabSz="685800" eaLnBrk="0" fontAlgn="base" hangingPunct="0">
              <a:spcBef>
                <a:spcPct val="0"/>
              </a:spcBef>
              <a:spcAft>
                <a:spcPct val="0"/>
              </a:spcAft>
              <a:defRPr>
                <a:solidFill>
                  <a:schemeClr val="tx1"/>
                </a:solidFill>
                <a:latin typeface="Arial" panose="020B0604020202020204" pitchFamily="34" charset="0"/>
              </a:defRPr>
            </a:lvl8pPr>
            <a:lvl9pPr marL="3649663" indent="7938" defTabSz="685800" eaLnBrk="0" fontAlgn="base" hangingPunct="0">
              <a:spcBef>
                <a:spcPct val="0"/>
              </a:spcBef>
              <a:spcAft>
                <a:spcPct val="0"/>
              </a:spcAft>
              <a:defRPr>
                <a:solidFill>
                  <a:schemeClr val="tx1"/>
                </a:solidFill>
                <a:latin typeface="Arial" panose="020B0604020202020204" pitchFamily="34" charset="0"/>
              </a:defRPr>
            </a:lvl9pPr>
          </a:lstStyle>
          <a:p>
            <a:pPr algn="ctr" defTabSz="685766">
              <a:buSzPct val="100000"/>
            </a:pPr>
            <a:r>
              <a:rPr lang="en-US" altLang="ja-JP" sz="1200" dirty="0" smtClean="0">
                <a:solidFill>
                  <a:prstClr val="white"/>
                </a:solidFill>
                <a:latin typeface="Meiryo" panose="020B0604030504040204" pitchFamily="34" charset="-128"/>
                <a:ea typeface="Meiryo" panose="020B0604030504040204" pitchFamily="34" charset="-128"/>
                <a:cs typeface="Arial" panose="020B0604020202020204" pitchFamily="34" charset="0"/>
                <a:sym typeface="IBM Plex Sans" panose="020B0503050203000203" pitchFamily="34" charset="0"/>
              </a:rPr>
              <a:t>IDP</a:t>
            </a:r>
            <a:r>
              <a:rPr lang="ja-JP" altLang="en-US" sz="1200" dirty="0" smtClean="0">
                <a:solidFill>
                  <a:prstClr val="white"/>
                </a:solidFill>
                <a:latin typeface="Meiryo" panose="020B0604030504040204" pitchFamily="34" charset="-128"/>
                <a:ea typeface="Meiryo" panose="020B0604030504040204" pitchFamily="34" charset="-128"/>
                <a:cs typeface="Arial" panose="020B0604020202020204" pitchFamily="34" charset="0"/>
                <a:sym typeface="IBM Plex Sans" panose="020B0503050203000203" pitchFamily="34" charset="0"/>
              </a:rPr>
              <a:t>認定</a:t>
            </a:r>
            <a:endParaRPr lang="ja-JP" altLang="en-US" sz="1200" dirty="0">
              <a:solidFill>
                <a:prstClr val="white"/>
              </a:solidFill>
              <a:latin typeface="Meiryo" panose="020B0604030504040204" pitchFamily="34" charset="-128"/>
              <a:ea typeface="Meiryo" panose="020B0604030504040204" pitchFamily="34" charset="-128"/>
              <a:cs typeface="Arial" panose="020B0604020202020204" pitchFamily="34" charset="0"/>
              <a:sym typeface="IBM Plex Sans" panose="020B0503050203000203" pitchFamily="34" charset="0"/>
            </a:endParaRPr>
          </a:p>
        </p:txBody>
      </p:sp>
      <p:pic>
        <p:nvPicPr>
          <p:cNvPr id="56" name="図 55"/>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3268188" y="3247492"/>
            <a:ext cx="1705124" cy="1410603"/>
          </a:xfrm>
          <a:prstGeom prst="rect">
            <a:avLst/>
          </a:prstGeom>
        </p:spPr>
      </p:pic>
      <p:sp>
        <p:nvSpPr>
          <p:cNvPr id="57" name="Rounded Rectangle 57">
            <a:extLst>
              <a:ext uri="{FF2B5EF4-FFF2-40B4-BE49-F238E27FC236}">
                <a16:creationId xmlns:a16="http://schemas.microsoft.com/office/drawing/2014/main" id="{6FABDA76-9D3F-1242-9DB9-2DF7791683D5}"/>
              </a:ext>
            </a:extLst>
          </p:cNvPr>
          <p:cNvSpPr/>
          <p:nvPr/>
        </p:nvSpPr>
        <p:spPr>
          <a:xfrm>
            <a:off x="3042865" y="4215845"/>
            <a:ext cx="2155770" cy="379640"/>
          </a:xfrm>
          <a:prstGeom prst="roundRect">
            <a:avLst/>
          </a:prstGeom>
          <a:noFill/>
          <a:ln>
            <a:noFill/>
          </a:ln>
        </p:spPr>
        <p:style>
          <a:lnRef idx="2">
            <a:schemeClr val="dk1"/>
          </a:lnRef>
          <a:fillRef idx="1">
            <a:schemeClr val="lt1"/>
          </a:fillRef>
          <a:effectRef idx="0">
            <a:schemeClr val="dk1"/>
          </a:effectRef>
          <a:fontRef idx="minor">
            <a:schemeClr val="dk1"/>
          </a:fontRef>
        </p:style>
        <p:txBody>
          <a:bodyPr lIns="0" tIns="0" rIns="0" bIns="0" anchor="ctr"/>
          <a:lstStyle>
            <a:lvl1pPr defTabSz="685800">
              <a:defRPr>
                <a:solidFill>
                  <a:schemeClr val="tx1"/>
                </a:solidFill>
                <a:latin typeface="Arial" panose="020B0604020202020204" pitchFamily="34" charset="0"/>
              </a:defRPr>
            </a:lvl1pPr>
            <a:lvl2pPr defTabSz="685800">
              <a:defRPr>
                <a:solidFill>
                  <a:schemeClr val="tx1"/>
                </a:solidFill>
                <a:latin typeface="Arial" panose="020B0604020202020204" pitchFamily="34" charset="0"/>
              </a:defRPr>
            </a:lvl2pPr>
            <a:lvl3pPr defTabSz="685800">
              <a:defRPr>
                <a:solidFill>
                  <a:schemeClr val="tx1"/>
                </a:solidFill>
                <a:latin typeface="Arial" panose="020B0604020202020204" pitchFamily="34" charset="0"/>
              </a:defRPr>
            </a:lvl3pPr>
            <a:lvl4pPr defTabSz="685800">
              <a:defRPr>
                <a:solidFill>
                  <a:schemeClr val="tx1"/>
                </a:solidFill>
                <a:latin typeface="Arial" panose="020B0604020202020204" pitchFamily="34" charset="0"/>
              </a:defRPr>
            </a:lvl4pPr>
            <a:lvl5pPr defTabSz="685800">
              <a:defRPr>
                <a:solidFill>
                  <a:schemeClr val="tx1"/>
                </a:solidFill>
                <a:latin typeface="Arial" panose="020B0604020202020204" pitchFamily="34" charset="0"/>
              </a:defRPr>
            </a:lvl5pPr>
            <a:lvl6pPr marL="2278063" indent="7938" defTabSz="685800" eaLnBrk="0" fontAlgn="base" hangingPunct="0">
              <a:spcBef>
                <a:spcPct val="0"/>
              </a:spcBef>
              <a:spcAft>
                <a:spcPct val="0"/>
              </a:spcAft>
              <a:defRPr>
                <a:solidFill>
                  <a:schemeClr val="tx1"/>
                </a:solidFill>
                <a:latin typeface="Arial" panose="020B0604020202020204" pitchFamily="34" charset="0"/>
              </a:defRPr>
            </a:lvl6pPr>
            <a:lvl7pPr marL="2735263" indent="7938" defTabSz="685800" eaLnBrk="0" fontAlgn="base" hangingPunct="0">
              <a:spcBef>
                <a:spcPct val="0"/>
              </a:spcBef>
              <a:spcAft>
                <a:spcPct val="0"/>
              </a:spcAft>
              <a:defRPr>
                <a:solidFill>
                  <a:schemeClr val="tx1"/>
                </a:solidFill>
                <a:latin typeface="Arial" panose="020B0604020202020204" pitchFamily="34" charset="0"/>
              </a:defRPr>
            </a:lvl7pPr>
            <a:lvl8pPr marL="3192463" indent="7938" defTabSz="685800" eaLnBrk="0" fontAlgn="base" hangingPunct="0">
              <a:spcBef>
                <a:spcPct val="0"/>
              </a:spcBef>
              <a:spcAft>
                <a:spcPct val="0"/>
              </a:spcAft>
              <a:defRPr>
                <a:solidFill>
                  <a:schemeClr val="tx1"/>
                </a:solidFill>
                <a:latin typeface="Arial" panose="020B0604020202020204" pitchFamily="34" charset="0"/>
              </a:defRPr>
            </a:lvl8pPr>
            <a:lvl9pPr marL="3649663" indent="7938" defTabSz="685800" eaLnBrk="0" fontAlgn="base" hangingPunct="0">
              <a:spcBef>
                <a:spcPct val="0"/>
              </a:spcBef>
              <a:spcAft>
                <a:spcPct val="0"/>
              </a:spcAft>
              <a:defRPr>
                <a:solidFill>
                  <a:schemeClr val="tx1"/>
                </a:solidFill>
                <a:latin typeface="Arial" panose="020B0604020202020204" pitchFamily="34" charset="0"/>
              </a:defRPr>
            </a:lvl9pPr>
          </a:lstStyle>
          <a:p>
            <a:pPr algn="ctr" defTabSz="685766">
              <a:buSzPct val="100000"/>
            </a:pPr>
            <a:r>
              <a:rPr lang="en-US" altLang="ja-JP" sz="2000" dirty="0" smtClean="0">
                <a:solidFill>
                  <a:schemeClr val="bg1">
                    <a:lumMod val="50000"/>
                  </a:schemeClr>
                </a:solidFill>
                <a:latin typeface="Meiryo" panose="020B0604030504040204" pitchFamily="34" charset="-128"/>
                <a:ea typeface="Meiryo" panose="020B0604030504040204" pitchFamily="34" charset="-128"/>
                <a:cs typeface="Arial" panose="020B0604020202020204" pitchFamily="34" charset="0"/>
                <a:sym typeface="IBM Plex Sans" panose="020B0503050203000203" pitchFamily="34" charset="0"/>
              </a:rPr>
              <a:t>Cloud</a:t>
            </a:r>
            <a:r>
              <a:rPr lang="ja-JP" altLang="en-US" sz="2000" dirty="0" smtClean="0">
                <a:solidFill>
                  <a:schemeClr val="bg1">
                    <a:lumMod val="50000"/>
                  </a:schemeClr>
                </a:solidFill>
                <a:latin typeface="Meiryo" panose="020B0604030504040204" pitchFamily="34" charset="-128"/>
                <a:ea typeface="Meiryo" panose="020B0604030504040204" pitchFamily="34" charset="-128"/>
                <a:cs typeface="Arial" panose="020B0604020202020204" pitchFamily="34" charset="0"/>
                <a:sym typeface="IBM Plex Sans" panose="020B0503050203000203" pitchFamily="34" charset="0"/>
              </a:rPr>
              <a:t> </a:t>
            </a:r>
            <a:r>
              <a:rPr lang="en-US" altLang="ja-JP" sz="2000" dirty="0" smtClean="0">
                <a:solidFill>
                  <a:schemeClr val="bg1">
                    <a:lumMod val="50000"/>
                  </a:schemeClr>
                </a:solidFill>
                <a:latin typeface="Meiryo" panose="020B0604030504040204" pitchFamily="34" charset="-128"/>
                <a:ea typeface="Meiryo" panose="020B0604030504040204" pitchFamily="34" charset="-128"/>
                <a:cs typeface="Arial" panose="020B0604020202020204" pitchFamily="34" charset="0"/>
                <a:sym typeface="IBM Plex Sans" panose="020B0503050203000203" pitchFamily="34" charset="0"/>
              </a:rPr>
              <a:t>Partner</a:t>
            </a:r>
            <a:endParaRPr lang="ja-JP" altLang="en-US" sz="2000" dirty="0">
              <a:solidFill>
                <a:schemeClr val="bg1">
                  <a:lumMod val="50000"/>
                </a:schemeClr>
              </a:solidFill>
              <a:latin typeface="Meiryo" panose="020B0604030504040204" pitchFamily="34" charset="-128"/>
              <a:ea typeface="Meiryo" panose="020B0604030504040204" pitchFamily="34" charset="-128"/>
              <a:cs typeface="Arial" panose="020B0604020202020204" pitchFamily="34" charset="0"/>
              <a:sym typeface="IBM Plex Sans" panose="020B0503050203000203" pitchFamily="34" charset="0"/>
            </a:endParaRPr>
          </a:p>
        </p:txBody>
      </p:sp>
      <p:pic>
        <p:nvPicPr>
          <p:cNvPr id="58" name="図 57">
            <a:extLst>
              <a:ext uri="{FF2B5EF4-FFF2-40B4-BE49-F238E27FC236}">
                <a16:creationId xmlns:a16="http://schemas.microsoft.com/office/drawing/2014/main" id="{67B87A54-6D6A-49D3-A455-A1BF61465A24}"/>
              </a:ext>
            </a:extLst>
          </p:cNvPr>
          <p:cNvPicPr>
            <a:picLocks noChangeAspect="1"/>
          </p:cNvPicPr>
          <p:nvPr/>
        </p:nvPicPr>
        <p:blipFill>
          <a:blip r:embed="rId17"/>
          <a:stretch>
            <a:fillRect/>
          </a:stretch>
        </p:blipFill>
        <p:spPr>
          <a:xfrm>
            <a:off x="3554545" y="2010855"/>
            <a:ext cx="1263589" cy="1223046"/>
          </a:xfrm>
          <a:prstGeom prst="rect">
            <a:avLst/>
          </a:prstGeom>
        </p:spPr>
      </p:pic>
      <p:pic>
        <p:nvPicPr>
          <p:cNvPr id="2" name="図 1"/>
          <p:cNvPicPr>
            <a:picLocks noChangeAspect="1"/>
          </p:cNvPicPr>
          <p:nvPr/>
        </p:nvPicPr>
        <p:blipFill>
          <a:blip r:embed="rId18"/>
          <a:stretch>
            <a:fillRect/>
          </a:stretch>
        </p:blipFill>
        <p:spPr>
          <a:xfrm>
            <a:off x="956988" y="2025352"/>
            <a:ext cx="1268433" cy="1263170"/>
          </a:xfrm>
          <a:prstGeom prst="rect">
            <a:avLst/>
          </a:prstGeom>
        </p:spPr>
      </p:pic>
      <p:pic>
        <p:nvPicPr>
          <p:cNvPr id="3" name="図 2"/>
          <p:cNvPicPr>
            <a:picLocks noChangeAspect="1"/>
          </p:cNvPicPr>
          <p:nvPr/>
        </p:nvPicPr>
        <p:blipFill>
          <a:blip r:embed="rId19"/>
          <a:stretch>
            <a:fillRect/>
          </a:stretch>
        </p:blipFill>
        <p:spPr>
          <a:xfrm>
            <a:off x="956988" y="4796331"/>
            <a:ext cx="1257499" cy="1139424"/>
          </a:xfrm>
          <a:prstGeom prst="rect">
            <a:avLst/>
          </a:prstGeom>
        </p:spPr>
      </p:pic>
      <p:pic>
        <p:nvPicPr>
          <p:cNvPr id="5" name="図 4"/>
          <p:cNvPicPr>
            <a:picLocks noChangeAspect="1"/>
          </p:cNvPicPr>
          <p:nvPr/>
        </p:nvPicPr>
        <p:blipFill>
          <a:blip r:embed="rId20"/>
          <a:stretch>
            <a:fillRect/>
          </a:stretch>
        </p:blipFill>
        <p:spPr>
          <a:xfrm>
            <a:off x="910897" y="5935755"/>
            <a:ext cx="1349679" cy="363375"/>
          </a:xfrm>
          <a:prstGeom prst="rect">
            <a:avLst/>
          </a:prstGeom>
        </p:spPr>
      </p:pic>
    </p:spTree>
    <p:extLst>
      <p:ext uri="{BB962C8B-B14F-4D97-AF65-F5344CB8AC3E}">
        <p14:creationId xmlns:p14="http://schemas.microsoft.com/office/powerpoint/2010/main" val="254595820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txBox="1">
            <a:spLocks/>
          </p:cNvSpPr>
          <p:nvPr/>
        </p:nvSpPr>
        <p:spPr>
          <a:xfrm>
            <a:off x="751915" y="608053"/>
            <a:ext cx="11293475" cy="5302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2800" b="1" dirty="0">
                <a:solidFill>
                  <a:schemeClr val="tx2"/>
                </a:solidFill>
                <a:latin typeface="ＭＳ Ｐゴシック" panose="020B0600070205080204" pitchFamily="50" charset="-128"/>
                <a:ea typeface="ＭＳ Ｐゴシック" panose="020B0600070205080204" pitchFamily="50" charset="-128"/>
              </a:rPr>
              <a:t>組織図</a:t>
            </a:r>
          </a:p>
        </p:txBody>
      </p:sp>
      <p:sp>
        <p:nvSpPr>
          <p:cNvPr id="6" name="角丸四角形 5"/>
          <p:cNvSpPr/>
          <p:nvPr/>
        </p:nvSpPr>
        <p:spPr>
          <a:xfrm>
            <a:off x="5053649" y="1383627"/>
            <a:ext cx="2628000" cy="270000"/>
          </a:xfrm>
          <a:prstGeom prst="roundRect">
            <a:avLst/>
          </a:prstGeom>
          <a:solidFill>
            <a:schemeClr val="accent5">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kumimoji="1" lang="ja-JP" altLang="en-US" sz="1200" b="1" dirty="0" smtClean="0">
                <a:latin typeface="メイリオ" panose="020B0604030504040204" pitchFamily="50" charset="-128"/>
                <a:ea typeface="メイリオ" panose="020B0604030504040204" pitchFamily="50" charset="-128"/>
              </a:rPr>
              <a:t>経営企画室</a:t>
            </a:r>
            <a:endParaRPr kumimoji="1" lang="ja-JP" altLang="en-US" sz="1200" b="1" dirty="0">
              <a:latin typeface="メイリオ" panose="020B0604030504040204" pitchFamily="50" charset="-128"/>
              <a:ea typeface="メイリオ" panose="020B0604030504040204" pitchFamily="50" charset="-128"/>
            </a:endParaRPr>
          </a:p>
        </p:txBody>
      </p:sp>
      <p:sp>
        <p:nvSpPr>
          <p:cNvPr id="7" name="角丸四角形 6"/>
          <p:cNvSpPr/>
          <p:nvPr/>
        </p:nvSpPr>
        <p:spPr>
          <a:xfrm>
            <a:off x="5043850" y="5690631"/>
            <a:ext cx="2628000" cy="270000"/>
          </a:xfrm>
          <a:prstGeom prst="roundRect">
            <a:avLst/>
          </a:prstGeom>
          <a:solidFill>
            <a:schemeClr val="accent5">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ja-JP" altLang="en-US" sz="1200" b="1" dirty="0" smtClean="0">
                <a:latin typeface="メイリオ" panose="020B0604030504040204" pitchFamily="50" charset="-128"/>
                <a:ea typeface="メイリオ" panose="020B0604030504040204" pitchFamily="50" charset="-128"/>
              </a:rPr>
              <a:t>営業推進本部</a:t>
            </a:r>
            <a:endParaRPr kumimoji="1" lang="ja-JP" altLang="en-US" sz="1200" b="1" dirty="0">
              <a:latin typeface="メイリオ" panose="020B0604030504040204" pitchFamily="50" charset="-128"/>
              <a:ea typeface="メイリオ" panose="020B0604030504040204" pitchFamily="50" charset="-128"/>
            </a:endParaRPr>
          </a:p>
        </p:txBody>
      </p:sp>
      <p:sp>
        <p:nvSpPr>
          <p:cNvPr id="8" name="角丸四角形 7"/>
          <p:cNvSpPr/>
          <p:nvPr/>
        </p:nvSpPr>
        <p:spPr>
          <a:xfrm>
            <a:off x="5062201" y="2064804"/>
            <a:ext cx="2628000" cy="270000"/>
          </a:xfrm>
          <a:prstGeom prst="roundRect">
            <a:avLst/>
          </a:prstGeom>
          <a:solidFill>
            <a:schemeClr val="accent5">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ja-JP" altLang="en-US" sz="1200" b="1" dirty="0" smtClean="0">
                <a:latin typeface="メイリオ" panose="020B0604030504040204" pitchFamily="50" charset="-128"/>
                <a:ea typeface="メイリオ" panose="020B0604030504040204" pitchFamily="50" charset="-128"/>
              </a:rPr>
              <a:t>システム開発本部</a:t>
            </a:r>
            <a:endParaRPr kumimoji="1" lang="ja-JP" altLang="en-US" sz="1200" b="1" dirty="0">
              <a:latin typeface="メイリオ" panose="020B0604030504040204" pitchFamily="50" charset="-128"/>
              <a:ea typeface="メイリオ" panose="020B0604030504040204" pitchFamily="50" charset="-128"/>
            </a:endParaRPr>
          </a:p>
        </p:txBody>
      </p:sp>
      <p:sp>
        <p:nvSpPr>
          <p:cNvPr id="9" name="角丸四角形 8"/>
          <p:cNvSpPr/>
          <p:nvPr/>
        </p:nvSpPr>
        <p:spPr>
          <a:xfrm>
            <a:off x="5043850" y="3231668"/>
            <a:ext cx="2628000" cy="270000"/>
          </a:xfrm>
          <a:prstGeom prst="roundRect">
            <a:avLst/>
          </a:prstGeom>
          <a:solidFill>
            <a:schemeClr val="accent5">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ja-JP" altLang="en-US" sz="1200" b="1" dirty="0" smtClean="0">
                <a:latin typeface="メイリオ" panose="020B0604030504040204" pitchFamily="50" charset="-128"/>
                <a:ea typeface="メイリオ" panose="020B0604030504040204" pitchFamily="50" charset="-128"/>
              </a:rPr>
              <a:t>ソリューションサービス本部</a:t>
            </a:r>
            <a:endParaRPr kumimoji="1" lang="ja-JP" altLang="en-US" sz="1200" b="1" dirty="0">
              <a:latin typeface="メイリオ" panose="020B0604030504040204" pitchFamily="50" charset="-128"/>
              <a:ea typeface="メイリオ" panose="020B0604030504040204" pitchFamily="50" charset="-128"/>
            </a:endParaRPr>
          </a:p>
        </p:txBody>
      </p:sp>
      <p:sp>
        <p:nvSpPr>
          <p:cNvPr id="10" name="角丸四角形 9"/>
          <p:cNvSpPr/>
          <p:nvPr/>
        </p:nvSpPr>
        <p:spPr>
          <a:xfrm>
            <a:off x="5043850" y="6005634"/>
            <a:ext cx="2628000" cy="270000"/>
          </a:xfrm>
          <a:prstGeom prst="roundRect">
            <a:avLst/>
          </a:prstGeom>
          <a:solidFill>
            <a:schemeClr val="accent5">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ja-JP" altLang="en-US" sz="1200" b="1" dirty="0" smtClean="0">
                <a:latin typeface="メイリオ" panose="020B0604030504040204" pitchFamily="50" charset="-128"/>
                <a:ea typeface="メイリオ" panose="020B0604030504040204" pitchFamily="50" charset="-128"/>
              </a:rPr>
              <a:t>管理本部</a:t>
            </a:r>
            <a:endParaRPr kumimoji="1" lang="ja-JP" altLang="en-US" sz="1200" b="1" dirty="0">
              <a:latin typeface="メイリオ" panose="020B0604030504040204" pitchFamily="50" charset="-128"/>
              <a:ea typeface="メイリオ" panose="020B0604030504040204" pitchFamily="50" charset="-128"/>
            </a:endParaRPr>
          </a:p>
        </p:txBody>
      </p:sp>
      <p:sp>
        <p:nvSpPr>
          <p:cNvPr id="11" name="角丸四角形 10"/>
          <p:cNvSpPr/>
          <p:nvPr/>
        </p:nvSpPr>
        <p:spPr>
          <a:xfrm>
            <a:off x="8669500" y="5695193"/>
            <a:ext cx="2382565" cy="262800"/>
          </a:xfrm>
          <a:prstGeom prst="roundRect">
            <a:avLst/>
          </a:prstGeom>
          <a:solidFill>
            <a:srgbClr val="91C46E"/>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ja-JP" altLang="en-US" sz="1200" b="1" dirty="0" smtClean="0">
                <a:solidFill>
                  <a:schemeClr val="accent5">
                    <a:lumMod val="50000"/>
                  </a:schemeClr>
                </a:solidFill>
                <a:latin typeface="メイリオ" panose="020B0604030504040204" pitchFamily="50" charset="-128"/>
                <a:ea typeface="メイリオ" panose="020B0604030504040204" pitchFamily="50" charset="-128"/>
              </a:rPr>
              <a:t>営業部</a:t>
            </a:r>
            <a:endParaRPr kumimoji="1" lang="ja-JP" altLang="en-US" sz="1200" b="1" dirty="0">
              <a:solidFill>
                <a:schemeClr val="accent5">
                  <a:lumMod val="50000"/>
                </a:schemeClr>
              </a:solidFill>
              <a:latin typeface="メイリオ" panose="020B0604030504040204" pitchFamily="50" charset="-128"/>
              <a:ea typeface="メイリオ" panose="020B0604030504040204" pitchFamily="50" charset="-128"/>
            </a:endParaRPr>
          </a:p>
        </p:txBody>
      </p:sp>
      <p:sp>
        <p:nvSpPr>
          <p:cNvPr id="12" name="角丸四角形 11"/>
          <p:cNvSpPr/>
          <p:nvPr/>
        </p:nvSpPr>
        <p:spPr>
          <a:xfrm>
            <a:off x="8669500" y="6003129"/>
            <a:ext cx="2382565" cy="262800"/>
          </a:xfrm>
          <a:prstGeom prst="roundRect">
            <a:avLst/>
          </a:prstGeom>
          <a:solidFill>
            <a:srgbClr val="91C46E"/>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ja-JP" altLang="en-US" sz="1200" b="1" dirty="0" smtClean="0">
                <a:solidFill>
                  <a:schemeClr val="accent5">
                    <a:lumMod val="50000"/>
                  </a:schemeClr>
                </a:solidFill>
                <a:latin typeface="メイリオ" panose="020B0604030504040204" pitchFamily="50" charset="-128"/>
                <a:ea typeface="メイリオ" panose="020B0604030504040204" pitchFamily="50" charset="-128"/>
              </a:rPr>
              <a:t>マーケティング部</a:t>
            </a:r>
            <a:endParaRPr kumimoji="1" lang="ja-JP" altLang="en-US" sz="1200" b="1" dirty="0">
              <a:solidFill>
                <a:schemeClr val="accent5">
                  <a:lumMod val="50000"/>
                </a:schemeClr>
              </a:solidFill>
              <a:latin typeface="メイリオ" panose="020B0604030504040204" pitchFamily="50" charset="-128"/>
              <a:ea typeface="メイリオ" panose="020B0604030504040204" pitchFamily="50" charset="-128"/>
            </a:endParaRPr>
          </a:p>
        </p:txBody>
      </p:sp>
      <p:sp>
        <p:nvSpPr>
          <p:cNvPr id="13" name="角丸四角形 12"/>
          <p:cNvSpPr/>
          <p:nvPr/>
        </p:nvSpPr>
        <p:spPr>
          <a:xfrm>
            <a:off x="8669500" y="1384089"/>
            <a:ext cx="2382565" cy="262800"/>
          </a:xfrm>
          <a:prstGeom prst="roundRect">
            <a:avLst/>
          </a:prstGeom>
          <a:solidFill>
            <a:srgbClr val="91C46E"/>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ja-JP" altLang="en-US" sz="1200" b="1" dirty="0" smtClean="0">
                <a:solidFill>
                  <a:schemeClr val="accent5">
                    <a:lumMod val="50000"/>
                  </a:schemeClr>
                </a:solidFill>
                <a:latin typeface="メイリオ" panose="020B0604030504040204" pitchFamily="50" charset="-128"/>
                <a:ea typeface="メイリオ" panose="020B0604030504040204" pitchFamily="50" charset="-128"/>
              </a:rPr>
              <a:t>開発企画部</a:t>
            </a:r>
            <a:endParaRPr kumimoji="1" lang="ja-JP" altLang="en-US" sz="1200" b="1" dirty="0">
              <a:solidFill>
                <a:schemeClr val="accent5">
                  <a:lumMod val="50000"/>
                </a:schemeClr>
              </a:solidFill>
              <a:latin typeface="メイリオ" panose="020B0604030504040204" pitchFamily="50" charset="-128"/>
              <a:ea typeface="メイリオ" panose="020B0604030504040204" pitchFamily="50" charset="-128"/>
            </a:endParaRPr>
          </a:p>
        </p:txBody>
      </p:sp>
      <p:sp>
        <p:nvSpPr>
          <p:cNvPr id="14" name="角丸四角形 13"/>
          <p:cNvSpPr/>
          <p:nvPr/>
        </p:nvSpPr>
        <p:spPr>
          <a:xfrm>
            <a:off x="8669500" y="1692025"/>
            <a:ext cx="2382565" cy="262800"/>
          </a:xfrm>
          <a:prstGeom prst="roundRect">
            <a:avLst/>
          </a:prstGeom>
          <a:solidFill>
            <a:srgbClr val="91C46E"/>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kumimoji="1" lang="ja-JP" altLang="en-US" sz="1200" b="1" dirty="0" smtClean="0">
                <a:solidFill>
                  <a:schemeClr val="accent5">
                    <a:lumMod val="50000"/>
                  </a:schemeClr>
                </a:solidFill>
                <a:latin typeface="メイリオ" panose="020B0604030504040204" pitchFamily="50" charset="-128"/>
                <a:ea typeface="メイリオ" panose="020B0604030504040204" pitchFamily="50" charset="-128"/>
              </a:rPr>
              <a:t>営業部</a:t>
            </a:r>
            <a:endParaRPr kumimoji="1" lang="ja-JP" altLang="en-US" sz="1200" b="1" dirty="0">
              <a:solidFill>
                <a:schemeClr val="accent5">
                  <a:lumMod val="50000"/>
                </a:schemeClr>
              </a:solidFill>
              <a:latin typeface="メイリオ" panose="020B0604030504040204" pitchFamily="50" charset="-128"/>
              <a:ea typeface="メイリオ" panose="020B0604030504040204" pitchFamily="50" charset="-128"/>
            </a:endParaRPr>
          </a:p>
        </p:txBody>
      </p:sp>
      <p:sp>
        <p:nvSpPr>
          <p:cNvPr id="15" name="角丸四角形 14"/>
          <p:cNvSpPr/>
          <p:nvPr/>
        </p:nvSpPr>
        <p:spPr>
          <a:xfrm>
            <a:off x="8669500" y="1999961"/>
            <a:ext cx="2382565" cy="262800"/>
          </a:xfrm>
          <a:prstGeom prst="roundRect">
            <a:avLst/>
          </a:prstGeom>
          <a:solidFill>
            <a:srgbClr val="91C46E"/>
          </a:solidFill>
          <a:ln>
            <a:noFill/>
          </a:ln>
        </p:spPr>
        <p:style>
          <a:lnRef idx="0">
            <a:scrgbClr r="0" g="0" b="0"/>
          </a:lnRef>
          <a:fillRef idx="0">
            <a:scrgbClr r="0" g="0" b="0"/>
          </a:fillRef>
          <a:effectRef idx="0">
            <a:scrgbClr r="0" g="0" b="0"/>
          </a:effectRef>
          <a:fontRef idx="minor">
            <a:schemeClr val="lt1"/>
          </a:fontRef>
        </p:style>
        <p:txBody>
          <a:bodyPr wrap="none" rtlCol="0" anchor="ctr"/>
          <a:lstStyle/>
          <a:p>
            <a:pPr algn="ctr"/>
            <a:r>
              <a:rPr lang="ja-JP" altLang="en-US" sz="1200" b="1" dirty="0">
                <a:solidFill>
                  <a:schemeClr val="accent5">
                    <a:lumMod val="50000"/>
                  </a:schemeClr>
                </a:solidFill>
                <a:latin typeface="メイリオ" panose="020B0604030504040204" pitchFamily="50" charset="-128"/>
                <a:ea typeface="メイリオ" panose="020B0604030504040204" pitchFamily="50" charset="-128"/>
              </a:rPr>
              <a:t>ハイブリット・マルチクラウド部</a:t>
            </a:r>
          </a:p>
        </p:txBody>
      </p:sp>
      <p:sp>
        <p:nvSpPr>
          <p:cNvPr id="16" name="角丸四角形 15"/>
          <p:cNvSpPr/>
          <p:nvPr/>
        </p:nvSpPr>
        <p:spPr>
          <a:xfrm>
            <a:off x="8669500" y="2307897"/>
            <a:ext cx="2382565" cy="262800"/>
          </a:xfrm>
          <a:prstGeom prst="roundRect">
            <a:avLst/>
          </a:prstGeom>
          <a:solidFill>
            <a:srgbClr val="91C46E"/>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ja-JP" altLang="en-US" sz="1200" b="1" dirty="0" smtClean="0">
                <a:solidFill>
                  <a:schemeClr val="accent5">
                    <a:lumMod val="50000"/>
                  </a:schemeClr>
                </a:solidFill>
                <a:latin typeface="メイリオ" panose="020B0604030504040204" pitchFamily="50" charset="-128"/>
                <a:ea typeface="メイリオ" panose="020B0604030504040204" pitchFamily="50" charset="-128"/>
              </a:rPr>
              <a:t>第一システム開発</a:t>
            </a:r>
            <a:r>
              <a:rPr kumimoji="1" lang="ja-JP" altLang="en-US" sz="1200" b="1" dirty="0" smtClean="0">
                <a:solidFill>
                  <a:schemeClr val="accent5">
                    <a:lumMod val="50000"/>
                  </a:schemeClr>
                </a:solidFill>
                <a:latin typeface="メイリオ" panose="020B0604030504040204" pitchFamily="50" charset="-128"/>
                <a:ea typeface="メイリオ" panose="020B0604030504040204" pitchFamily="50" charset="-128"/>
              </a:rPr>
              <a:t>部</a:t>
            </a:r>
            <a:endParaRPr kumimoji="1" lang="ja-JP" altLang="en-US" sz="1200" b="1" dirty="0">
              <a:solidFill>
                <a:schemeClr val="accent5">
                  <a:lumMod val="50000"/>
                </a:schemeClr>
              </a:solidFill>
              <a:latin typeface="メイリオ" panose="020B0604030504040204" pitchFamily="50" charset="-128"/>
              <a:ea typeface="メイリオ" panose="020B0604030504040204" pitchFamily="50" charset="-128"/>
            </a:endParaRPr>
          </a:p>
        </p:txBody>
      </p:sp>
      <p:sp>
        <p:nvSpPr>
          <p:cNvPr id="17" name="角丸四角形 16"/>
          <p:cNvSpPr/>
          <p:nvPr/>
        </p:nvSpPr>
        <p:spPr>
          <a:xfrm>
            <a:off x="8669500" y="2615833"/>
            <a:ext cx="2382565" cy="262800"/>
          </a:xfrm>
          <a:prstGeom prst="roundRect">
            <a:avLst/>
          </a:prstGeom>
          <a:solidFill>
            <a:srgbClr val="91C46E"/>
          </a:solidFill>
          <a:ln>
            <a:noFill/>
          </a:ln>
        </p:spPr>
        <p:style>
          <a:lnRef idx="0">
            <a:scrgbClr r="0" g="0" b="0"/>
          </a:lnRef>
          <a:fillRef idx="0">
            <a:scrgbClr r="0" g="0" b="0"/>
          </a:fillRef>
          <a:effectRef idx="0">
            <a:scrgbClr r="0" g="0" b="0"/>
          </a:effectRef>
          <a:fontRef idx="minor">
            <a:schemeClr val="lt1"/>
          </a:fontRef>
        </p:style>
        <p:txBody>
          <a:bodyPr wrap="none" rtlCol="0" anchor="ctr"/>
          <a:lstStyle/>
          <a:p>
            <a:pPr algn="ctr"/>
            <a:r>
              <a:rPr lang="ja-JP" altLang="en-US" sz="1200" b="1" dirty="0">
                <a:solidFill>
                  <a:schemeClr val="accent5">
                    <a:lumMod val="50000"/>
                  </a:schemeClr>
                </a:solidFill>
                <a:latin typeface="メイリオ" panose="020B0604030504040204" pitchFamily="50" charset="-128"/>
                <a:ea typeface="メイリオ" panose="020B0604030504040204" pitchFamily="50" charset="-128"/>
              </a:rPr>
              <a:t>第二システム開発部</a:t>
            </a:r>
          </a:p>
        </p:txBody>
      </p:sp>
      <p:sp>
        <p:nvSpPr>
          <p:cNvPr id="18" name="角丸四角形 17"/>
          <p:cNvSpPr/>
          <p:nvPr/>
        </p:nvSpPr>
        <p:spPr>
          <a:xfrm>
            <a:off x="8669500" y="2923769"/>
            <a:ext cx="2382565" cy="262800"/>
          </a:xfrm>
          <a:prstGeom prst="roundRect">
            <a:avLst/>
          </a:prstGeom>
          <a:solidFill>
            <a:srgbClr val="91C46E"/>
          </a:solidFill>
          <a:ln>
            <a:noFill/>
          </a:ln>
        </p:spPr>
        <p:style>
          <a:lnRef idx="0">
            <a:scrgbClr r="0" g="0" b="0"/>
          </a:lnRef>
          <a:fillRef idx="0">
            <a:scrgbClr r="0" g="0" b="0"/>
          </a:fillRef>
          <a:effectRef idx="0">
            <a:scrgbClr r="0" g="0" b="0"/>
          </a:effectRef>
          <a:fontRef idx="minor">
            <a:schemeClr val="lt1"/>
          </a:fontRef>
        </p:style>
        <p:txBody>
          <a:bodyPr wrap="none" rtlCol="0" anchor="ctr"/>
          <a:lstStyle/>
          <a:p>
            <a:pPr algn="ctr"/>
            <a:r>
              <a:rPr lang="ja-JP" altLang="en-US" sz="1200" b="1" dirty="0">
                <a:solidFill>
                  <a:schemeClr val="accent5">
                    <a:lumMod val="50000"/>
                  </a:schemeClr>
                </a:solidFill>
                <a:latin typeface="メイリオ" panose="020B0604030504040204" pitchFamily="50" charset="-128"/>
                <a:ea typeface="メイリオ" panose="020B0604030504040204" pitchFamily="50" charset="-128"/>
              </a:rPr>
              <a:t>関西オフィス</a:t>
            </a:r>
          </a:p>
        </p:txBody>
      </p:sp>
      <p:sp>
        <p:nvSpPr>
          <p:cNvPr id="19" name="角丸四角形 18"/>
          <p:cNvSpPr/>
          <p:nvPr/>
        </p:nvSpPr>
        <p:spPr>
          <a:xfrm>
            <a:off x="8669500" y="3231705"/>
            <a:ext cx="2382565" cy="262800"/>
          </a:xfrm>
          <a:prstGeom prst="roundRect">
            <a:avLst/>
          </a:prstGeom>
          <a:solidFill>
            <a:srgbClr val="91C46E"/>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kumimoji="1" lang="ja-JP" altLang="en-US" sz="1200" b="1" dirty="0" smtClean="0">
                <a:solidFill>
                  <a:schemeClr val="accent5">
                    <a:lumMod val="50000"/>
                  </a:schemeClr>
                </a:solidFill>
                <a:latin typeface="メイリオ" panose="020B0604030504040204" pitchFamily="50" charset="-128"/>
                <a:ea typeface="メイリオ" panose="020B0604030504040204" pitchFamily="50" charset="-128"/>
              </a:rPr>
              <a:t>サービス企画部</a:t>
            </a:r>
            <a:endParaRPr kumimoji="1" lang="ja-JP" altLang="en-US" sz="1200" b="1" dirty="0">
              <a:solidFill>
                <a:schemeClr val="accent5">
                  <a:lumMod val="50000"/>
                </a:schemeClr>
              </a:solidFill>
              <a:latin typeface="メイリオ" panose="020B0604030504040204" pitchFamily="50" charset="-128"/>
              <a:ea typeface="メイリオ" panose="020B0604030504040204" pitchFamily="50" charset="-128"/>
            </a:endParaRPr>
          </a:p>
        </p:txBody>
      </p:sp>
      <p:sp>
        <p:nvSpPr>
          <p:cNvPr id="20" name="角丸四角形 19"/>
          <p:cNvSpPr/>
          <p:nvPr/>
        </p:nvSpPr>
        <p:spPr>
          <a:xfrm>
            <a:off x="8669500" y="3539641"/>
            <a:ext cx="2382565" cy="262800"/>
          </a:xfrm>
          <a:prstGeom prst="roundRect">
            <a:avLst/>
          </a:prstGeom>
          <a:solidFill>
            <a:srgbClr val="91C46E"/>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kumimoji="1" lang="ja-JP" altLang="en-US" sz="1200" b="1" dirty="0" smtClean="0">
                <a:solidFill>
                  <a:schemeClr val="accent5">
                    <a:lumMod val="50000"/>
                  </a:schemeClr>
                </a:solidFill>
                <a:latin typeface="メイリオ" panose="020B0604030504040204" pitchFamily="50" charset="-128"/>
                <a:ea typeface="メイリオ" panose="020B0604030504040204" pitchFamily="50" charset="-128"/>
              </a:rPr>
              <a:t>営業部</a:t>
            </a:r>
            <a:endParaRPr kumimoji="1" lang="ja-JP" altLang="en-US" sz="1200" b="1" dirty="0">
              <a:solidFill>
                <a:schemeClr val="accent5">
                  <a:lumMod val="50000"/>
                </a:schemeClr>
              </a:solidFill>
              <a:latin typeface="メイリオ" panose="020B0604030504040204" pitchFamily="50" charset="-128"/>
              <a:ea typeface="メイリオ" panose="020B0604030504040204" pitchFamily="50" charset="-128"/>
            </a:endParaRPr>
          </a:p>
        </p:txBody>
      </p:sp>
      <p:sp>
        <p:nvSpPr>
          <p:cNvPr id="21" name="角丸四角形 20"/>
          <p:cNvSpPr/>
          <p:nvPr/>
        </p:nvSpPr>
        <p:spPr>
          <a:xfrm>
            <a:off x="8669500" y="3847577"/>
            <a:ext cx="2382565" cy="262800"/>
          </a:xfrm>
          <a:prstGeom prst="roundRect">
            <a:avLst/>
          </a:prstGeom>
          <a:solidFill>
            <a:srgbClr val="91C46E"/>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kumimoji="1" lang="en-US" altLang="ja-JP" sz="1200" b="1" dirty="0" smtClean="0">
                <a:solidFill>
                  <a:schemeClr val="accent5">
                    <a:lumMod val="50000"/>
                  </a:schemeClr>
                </a:solidFill>
                <a:latin typeface="メイリオ" panose="020B0604030504040204" pitchFamily="50" charset="-128"/>
                <a:ea typeface="メイリオ" panose="020B0604030504040204" pitchFamily="50" charset="-128"/>
              </a:rPr>
              <a:t>IT</a:t>
            </a:r>
            <a:r>
              <a:rPr kumimoji="1" lang="ja-JP" altLang="en-US" sz="1200" b="1" dirty="0" smtClean="0">
                <a:solidFill>
                  <a:schemeClr val="accent5">
                    <a:lumMod val="50000"/>
                  </a:schemeClr>
                </a:solidFill>
                <a:latin typeface="メイリオ" panose="020B0604030504040204" pitchFamily="50" charset="-128"/>
                <a:ea typeface="メイリオ" panose="020B0604030504040204" pitchFamily="50" charset="-128"/>
              </a:rPr>
              <a:t>アウトソーシング部</a:t>
            </a:r>
            <a:endParaRPr kumimoji="1" lang="ja-JP" altLang="en-US" sz="1200" b="1" dirty="0">
              <a:solidFill>
                <a:schemeClr val="accent5">
                  <a:lumMod val="50000"/>
                </a:schemeClr>
              </a:solidFill>
              <a:latin typeface="メイリオ" panose="020B0604030504040204" pitchFamily="50" charset="-128"/>
              <a:ea typeface="メイリオ" panose="020B0604030504040204" pitchFamily="50" charset="-128"/>
            </a:endParaRPr>
          </a:p>
        </p:txBody>
      </p:sp>
      <p:sp>
        <p:nvSpPr>
          <p:cNvPr id="22" name="角丸四角形 21"/>
          <p:cNvSpPr/>
          <p:nvPr/>
        </p:nvSpPr>
        <p:spPr>
          <a:xfrm>
            <a:off x="8669500" y="4155513"/>
            <a:ext cx="2382565" cy="262800"/>
          </a:xfrm>
          <a:prstGeom prst="roundRect">
            <a:avLst/>
          </a:prstGeom>
          <a:solidFill>
            <a:srgbClr val="91C46E"/>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kumimoji="1" lang="ja-JP" altLang="en-US" sz="1200" b="1" dirty="0" smtClean="0">
                <a:solidFill>
                  <a:schemeClr val="accent5">
                    <a:lumMod val="50000"/>
                  </a:schemeClr>
                </a:solidFill>
                <a:latin typeface="メイリオ" panose="020B0604030504040204" pitchFamily="50" charset="-128"/>
                <a:ea typeface="メイリオ" panose="020B0604030504040204" pitchFamily="50" charset="-128"/>
              </a:rPr>
              <a:t>第一インフラソリューション部</a:t>
            </a:r>
            <a:endParaRPr kumimoji="1" lang="ja-JP" altLang="en-US" sz="1200" b="1" dirty="0">
              <a:solidFill>
                <a:schemeClr val="accent5">
                  <a:lumMod val="50000"/>
                </a:schemeClr>
              </a:solidFill>
              <a:latin typeface="メイリオ" panose="020B0604030504040204" pitchFamily="50" charset="-128"/>
              <a:ea typeface="メイリオ" panose="020B0604030504040204" pitchFamily="50" charset="-128"/>
            </a:endParaRPr>
          </a:p>
        </p:txBody>
      </p:sp>
      <p:sp>
        <p:nvSpPr>
          <p:cNvPr id="23" name="角丸四角形 22"/>
          <p:cNvSpPr/>
          <p:nvPr/>
        </p:nvSpPr>
        <p:spPr>
          <a:xfrm>
            <a:off x="8669500" y="4463449"/>
            <a:ext cx="2382565" cy="262800"/>
          </a:xfrm>
          <a:prstGeom prst="roundRect">
            <a:avLst/>
          </a:prstGeom>
          <a:solidFill>
            <a:srgbClr val="91C46E"/>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ja-JP" altLang="en-US" sz="1200" b="1" dirty="0" smtClean="0">
                <a:solidFill>
                  <a:schemeClr val="accent5">
                    <a:lumMod val="50000"/>
                  </a:schemeClr>
                </a:solidFill>
                <a:latin typeface="メイリオ" panose="020B0604030504040204" pitchFamily="50" charset="-128"/>
                <a:ea typeface="メイリオ" panose="020B0604030504040204" pitchFamily="50" charset="-128"/>
              </a:rPr>
              <a:t>第二インフラソリューション部</a:t>
            </a:r>
            <a:endParaRPr lang="ja-JP" altLang="en-US" sz="1200" b="1" dirty="0">
              <a:solidFill>
                <a:schemeClr val="accent5">
                  <a:lumMod val="50000"/>
                </a:schemeClr>
              </a:solidFill>
              <a:latin typeface="メイリオ" panose="020B0604030504040204" pitchFamily="50" charset="-128"/>
              <a:ea typeface="メイリオ" panose="020B0604030504040204" pitchFamily="50" charset="-128"/>
            </a:endParaRPr>
          </a:p>
        </p:txBody>
      </p:sp>
      <p:sp>
        <p:nvSpPr>
          <p:cNvPr id="24" name="角丸四角形 23"/>
          <p:cNvSpPr/>
          <p:nvPr/>
        </p:nvSpPr>
        <p:spPr>
          <a:xfrm>
            <a:off x="8669500" y="4771385"/>
            <a:ext cx="2382565" cy="262800"/>
          </a:xfrm>
          <a:prstGeom prst="roundRect">
            <a:avLst/>
          </a:prstGeom>
          <a:solidFill>
            <a:srgbClr val="91C46E"/>
          </a:solidFill>
          <a:ln>
            <a:noFill/>
          </a:ln>
        </p:spPr>
        <p:style>
          <a:lnRef idx="0">
            <a:scrgbClr r="0" g="0" b="0"/>
          </a:lnRef>
          <a:fillRef idx="0">
            <a:scrgbClr r="0" g="0" b="0"/>
          </a:fillRef>
          <a:effectRef idx="0">
            <a:scrgbClr r="0" g="0" b="0"/>
          </a:effectRef>
          <a:fontRef idx="minor">
            <a:schemeClr val="lt1"/>
          </a:fontRef>
        </p:style>
        <p:txBody>
          <a:bodyPr wrap="none" rtlCol="0" anchor="ctr"/>
          <a:lstStyle/>
          <a:p>
            <a:pPr algn="ctr"/>
            <a:r>
              <a:rPr lang="en-US" altLang="ja-JP" sz="1050" b="1" dirty="0" smtClean="0">
                <a:solidFill>
                  <a:schemeClr val="accent5">
                    <a:lumMod val="50000"/>
                  </a:schemeClr>
                </a:solidFill>
                <a:latin typeface="メイリオ" panose="020B0604030504040204" pitchFamily="50" charset="-128"/>
                <a:ea typeface="メイリオ" panose="020B0604030504040204" pitchFamily="50" charset="-128"/>
              </a:rPr>
              <a:t>IT</a:t>
            </a:r>
            <a:r>
              <a:rPr kumimoji="1" lang="ja-JP" altLang="en-US" sz="1050" b="1" dirty="0" smtClean="0">
                <a:solidFill>
                  <a:schemeClr val="accent5">
                    <a:lumMod val="50000"/>
                  </a:schemeClr>
                </a:solidFill>
                <a:latin typeface="メイリオ" panose="020B0604030504040204" pitchFamily="50" charset="-128"/>
                <a:ea typeface="メイリオ" panose="020B0604030504040204" pitchFamily="50" charset="-128"/>
              </a:rPr>
              <a:t>ソリューションコンサルティング部</a:t>
            </a:r>
            <a:endParaRPr kumimoji="1" lang="ja-JP" altLang="en-US" sz="1050" b="1" dirty="0">
              <a:solidFill>
                <a:schemeClr val="accent5">
                  <a:lumMod val="50000"/>
                </a:schemeClr>
              </a:solidFill>
              <a:latin typeface="メイリオ" panose="020B0604030504040204" pitchFamily="50" charset="-128"/>
              <a:ea typeface="メイリオ" panose="020B0604030504040204" pitchFamily="50" charset="-128"/>
            </a:endParaRPr>
          </a:p>
        </p:txBody>
      </p:sp>
      <p:sp>
        <p:nvSpPr>
          <p:cNvPr id="25" name="角丸四角形 24"/>
          <p:cNvSpPr/>
          <p:nvPr/>
        </p:nvSpPr>
        <p:spPr>
          <a:xfrm>
            <a:off x="8669500" y="5079321"/>
            <a:ext cx="2382565" cy="262800"/>
          </a:xfrm>
          <a:prstGeom prst="roundRect">
            <a:avLst/>
          </a:prstGeom>
          <a:solidFill>
            <a:srgbClr val="91C46E"/>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kumimoji="1" lang="ja-JP" altLang="en-US" sz="1200" b="1" dirty="0" smtClean="0">
                <a:solidFill>
                  <a:schemeClr val="accent5">
                    <a:lumMod val="50000"/>
                  </a:schemeClr>
                </a:solidFill>
                <a:latin typeface="メイリオ" panose="020B0604030504040204" pitchFamily="50" charset="-128"/>
                <a:ea typeface="メイリオ" panose="020B0604030504040204" pitchFamily="50" charset="-128"/>
              </a:rPr>
              <a:t>自動化</a:t>
            </a:r>
            <a:r>
              <a:rPr kumimoji="1" lang="en-US" altLang="ja-JP" sz="1200" b="1" dirty="0" smtClean="0">
                <a:solidFill>
                  <a:schemeClr val="accent5">
                    <a:lumMod val="50000"/>
                  </a:schemeClr>
                </a:solidFill>
                <a:latin typeface="メイリオ" panose="020B0604030504040204" pitchFamily="50" charset="-128"/>
                <a:ea typeface="メイリオ" panose="020B0604030504040204" pitchFamily="50" charset="-128"/>
              </a:rPr>
              <a:t>DX</a:t>
            </a:r>
            <a:r>
              <a:rPr kumimoji="1" lang="ja-JP" altLang="en-US" sz="1200" b="1" dirty="0" smtClean="0">
                <a:solidFill>
                  <a:schemeClr val="accent5">
                    <a:lumMod val="50000"/>
                  </a:schemeClr>
                </a:solidFill>
                <a:latin typeface="メイリオ" panose="020B0604030504040204" pitchFamily="50" charset="-128"/>
                <a:ea typeface="メイリオ" panose="020B0604030504040204" pitchFamily="50" charset="-128"/>
              </a:rPr>
              <a:t>部</a:t>
            </a:r>
            <a:endParaRPr kumimoji="1" lang="ja-JP" altLang="en-US" sz="1200" b="1" dirty="0">
              <a:solidFill>
                <a:schemeClr val="accent5">
                  <a:lumMod val="50000"/>
                </a:schemeClr>
              </a:solidFill>
              <a:latin typeface="メイリオ" panose="020B0604030504040204" pitchFamily="50" charset="-128"/>
              <a:ea typeface="メイリオ" panose="020B0604030504040204" pitchFamily="50" charset="-128"/>
            </a:endParaRPr>
          </a:p>
        </p:txBody>
      </p:sp>
      <p:sp>
        <p:nvSpPr>
          <p:cNvPr id="26" name="角丸四角形 25"/>
          <p:cNvSpPr/>
          <p:nvPr/>
        </p:nvSpPr>
        <p:spPr>
          <a:xfrm>
            <a:off x="1048937" y="2711389"/>
            <a:ext cx="1872000" cy="288000"/>
          </a:xfrm>
          <a:prstGeom prst="round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ja-JP" altLang="en-US" sz="1200" b="1" dirty="0" smtClean="0">
                <a:latin typeface="メイリオ" panose="020B0604030504040204" pitchFamily="50" charset="-128"/>
                <a:ea typeface="メイリオ" panose="020B0604030504040204" pitchFamily="50" charset="-128"/>
              </a:rPr>
              <a:t>代表取締役社長</a:t>
            </a:r>
            <a:endParaRPr kumimoji="1" lang="ja-JP" altLang="en-US" sz="1200" b="1" dirty="0">
              <a:latin typeface="メイリオ" panose="020B0604030504040204" pitchFamily="50" charset="-128"/>
              <a:ea typeface="メイリオ" panose="020B0604030504040204" pitchFamily="50" charset="-128"/>
            </a:endParaRPr>
          </a:p>
        </p:txBody>
      </p:sp>
      <p:sp>
        <p:nvSpPr>
          <p:cNvPr id="27" name="角丸四角形 26"/>
          <p:cNvSpPr/>
          <p:nvPr/>
        </p:nvSpPr>
        <p:spPr>
          <a:xfrm>
            <a:off x="1048937" y="2255331"/>
            <a:ext cx="1872000" cy="288000"/>
          </a:xfrm>
          <a:prstGeom prst="round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ja-JP" altLang="en-US" sz="1200" b="1" dirty="0" smtClean="0">
                <a:latin typeface="メイリオ" panose="020B0604030504040204" pitchFamily="50" charset="-128"/>
                <a:ea typeface="メイリオ" panose="020B0604030504040204" pitchFamily="50" charset="-128"/>
              </a:rPr>
              <a:t>取締役会</a:t>
            </a:r>
            <a:endParaRPr kumimoji="1" lang="ja-JP" altLang="en-US" sz="1200" b="1" dirty="0">
              <a:latin typeface="メイリオ" panose="020B0604030504040204" pitchFamily="50" charset="-128"/>
              <a:ea typeface="メイリオ" panose="020B0604030504040204" pitchFamily="50" charset="-128"/>
            </a:endParaRPr>
          </a:p>
        </p:txBody>
      </p:sp>
      <p:sp>
        <p:nvSpPr>
          <p:cNvPr id="28" name="角丸四角形 27"/>
          <p:cNvSpPr/>
          <p:nvPr/>
        </p:nvSpPr>
        <p:spPr>
          <a:xfrm>
            <a:off x="1048937" y="1301879"/>
            <a:ext cx="1872000" cy="288000"/>
          </a:xfrm>
          <a:prstGeom prst="round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ja-JP" altLang="en-US" sz="1200" b="1" dirty="0" smtClean="0">
                <a:latin typeface="メイリオ" panose="020B0604030504040204" pitchFamily="50" charset="-128"/>
                <a:ea typeface="メイリオ" panose="020B0604030504040204" pitchFamily="50" charset="-128"/>
              </a:rPr>
              <a:t>株主総会</a:t>
            </a:r>
            <a:endParaRPr kumimoji="1" lang="ja-JP" altLang="en-US" sz="1200" b="1" dirty="0">
              <a:latin typeface="メイリオ" panose="020B0604030504040204" pitchFamily="50" charset="-128"/>
              <a:ea typeface="メイリオ" panose="020B0604030504040204" pitchFamily="50" charset="-128"/>
            </a:endParaRPr>
          </a:p>
        </p:txBody>
      </p:sp>
      <p:sp>
        <p:nvSpPr>
          <p:cNvPr id="29" name="角丸四角形 28"/>
          <p:cNvSpPr/>
          <p:nvPr/>
        </p:nvSpPr>
        <p:spPr>
          <a:xfrm>
            <a:off x="2332972" y="1746409"/>
            <a:ext cx="1872000" cy="288000"/>
          </a:xfrm>
          <a:prstGeom prst="round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kumimoji="1" lang="ja-JP" altLang="en-US" sz="1200" b="1" dirty="0" smtClean="0">
                <a:latin typeface="メイリオ" panose="020B0604030504040204" pitchFamily="50" charset="-128"/>
                <a:ea typeface="メイリオ" panose="020B0604030504040204" pitchFamily="50" charset="-128"/>
              </a:rPr>
              <a:t>監査役</a:t>
            </a:r>
            <a:endParaRPr kumimoji="1" lang="ja-JP" altLang="en-US" sz="1200" b="1" dirty="0">
              <a:latin typeface="メイリオ" panose="020B0604030504040204" pitchFamily="50" charset="-128"/>
              <a:ea typeface="メイリオ" panose="020B0604030504040204" pitchFamily="50" charset="-128"/>
            </a:endParaRPr>
          </a:p>
        </p:txBody>
      </p:sp>
      <p:cxnSp>
        <p:nvCxnSpPr>
          <p:cNvPr id="30" name="直線コネクタ 29"/>
          <p:cNvCxnSpPr>
            <a:stCxn id="27" idx="0"/>
            <a:endCxn id="28" idx="2"/>
          </p:cNvCxnSpPr>
          <p:nvPr/>
        </p:nvCxnSpPr>
        <p:spPr>
          <a:xfrm flipV="1">
            <a:off x="1984937" y="1589879"/>
            <a:ext cx="0" cy="665452"/>
          </a:xfrm>
          <a:prstGeom prst="line">
            <a:avLst/>
          </a:prstGeom>
        </p:spPr>
        <p:style>
          <a:lnRef idx="3">
            <a:schemeClr val="accent3"/>
          </a:lnRef>
          <a:fillRef idx="0">
            <a:schemeClr val="accent3"/>
          </a:fillRef>
          <a:effectRef idx="2">
            <a:schemeClr val="accent3"/>
          </a:effectRef>
          <a:fontRef idx="minor">
            <a:schemeClr val="tx1"/>
          </a:fontRef>
        </p:style>
      </p:cxnSp>
      <p:cxnSp>
        <p:nvCxnSpPr>
          <p:cNvPr id="31" name="直線コネクタ 30"/>
          <p:cNvCxnSpPr>
            <a:stCxn id="26" idx="0"/>
            <a:endCxn id="27" idx="2"/>
          </p:cNvCxnSpPr>
          <p:nvPr/>
        </p:nvCxnSpPr>
        <p:spPr>
          <a:xfrm flipV="1">
            <a:off x="1984937" y="2543331"/>
            <a:ext cx="0" cy="168058"/>
          </a:xfrm>
          <a:prstGeom prst="line">
            <a:avLst/>
          </a:prstGeom>
        </p:spPr>
        <p:style>
          <a:lnRef idx="3">
            <a:schemeClr val="accent3"/>
          </a:lnRef>
          <a:fillRef idx="0">
            <a:schemeClr val="accent3"/>
          </a:fillRef>
          <a:effectRef idx="2">
            <a:schemeClr val="accent3"/>
          </a:effectRef>
          <a:fontRef idx="minor">
            <a:schemeClr val="tx1"/>
          </a:fontRef>
        </p:style>
      </p:cxnSp>
      <p:cxnSp>
        <p:nvCxnSpPr>
          <p:cNvPr id="32" name="カギ線コネクタ 31"/>
          <p:cNvCxnSpPr>
            <a:stCxn id="28" idx="2"/>
            <a:endCxn id="29" idx="1"/>
          </p:cNvCxnSpPr>
          <p:nvPr/>
        </p:nvCxnSpPr>
        <p:spPr>
          <a:xfrm rot="16200000" flipH="1">
            <a:off x="2008689" y="1566126"/>
            <a:ext cx="300530" cy="348035"/>
          </a:xfrm>
          <a:prstGeom prst="bentConnector2">
            <a:avLst/>
          </a:prstGeom>
        </p:spPr>
        <p:style>
          <a:lnRef idx="3">
            <a:schemeClr val="accent3"/>
          </a:lnRef>
          <a:fillRef idx="0">
            <a:schemeClr val="accent3"/>
          </a:fillRef>
          <a:effectRef idx="2">
            <a:schemeClr val="accent3"/>
          </a:effectRef>
          <a:fontRef idx="minor">
            <a:schemeClr val="tx1"/>
          </a:fontRef>
        </p:style>
      </p:cxnSp>
      <p:cxnSp>
        <p:nvCxnSpPr>
          <p:cNvPr id="34" name="カギ線コネクタ 33"/>
          <p:cNvCxnSpPr>
            <a:stCxn id="26" idx="3"/>
            <a:endCxn id="6" idx="1"/>
          </p:cNvCxnSpPr>
          <p:nvPr/>
        </p:nvCxnSpPr>
        <p:spPr>
          <a:xfrm flipV="1">
            <a:off x="2920937" y="1518627"/>
            <a:ext cx="2132712" cy="1336762"/>
          </a:xfrm>
          <a:prstGeom prst="bentConnector3">
            <a:avLst>
              <a:gd name="adj1" fmla="val 72777"/>
            </a:avLst>
          </a:prstGeom>
        </p:spPr>
        <p:style>
          <a:lnRef idx="3">
            <a:schemeClr val="accent3"/>
          </a:lnRef>
          <a:fillRef idx="0">
            <a:schemeClr val="accent3"/>
          </a:fillRef>
          <a:effectRef idx="2">
            <a:schemeClr val="accent3"/>
          </a:effectRef>
          <a:fontRef idx="minor">
            <a:schemeClr val="tx1"/>
          </a:fontRef>
        </p:style>
      </p:cxnSp>
      <p:cxnSp>
        <p:nvCxnSpPr>
          <p:cNvPr id="35" name="カギ線コネクタ 34"/>
          <p:cNvCxnSpPr>
            <a:stCxn id="26" idx="3"/>
            <a:endCxn id="56" idx="1"/>
          </p:cNvCxnSpPr>
          <p:nvPr/>
        </p:nvCxnSpPr>
        <p:spPr>
          <a:xfrm flipV="1">
            <a:off x="2920937" y="1868740"/>
            <a:ext cx="2132712" cy="986649"/>
          </a:xfrm>
          <a:prstGeom prst="bentConnector3">
            <a:avLst>
              <a:gd name="adj1" fmla="val 72740"/>
            </a:avLst>
          </a:prstGeom>
        </p:spPr>
        <p:style>
          <a:lnRef idx="3">
            <a:schemeClr val="accent3"/>
          </a:lnRef>
          <a:fillRef idx="0">
            <a:schemeClr val="accent3"/>
          </a:fillRef>
          <a:effectRef idx="2">
            <a:schemeClr val="accent3"/>
          </a:effectRef>
          <a:fontRef idx="minor">
            <a:schemeClr val="tx1"/>
          </a:fontRef>
        </p:style>
      </p:cxnSp>
      <p:cxnSp>
        <p:nvCxnSpPr>
          <p:cNvPr id="36" name="カギ線コネクタ 35"/>
          <p:cNvCxnSpPr>
            <a:stCxn id="26" idx="3"/>
            <a:endCxn id="9" idx="1"/>
          </p:cNvCxnSpPr>
          <p:nvPr/>
        </p:nvCxnSpPr>
        <p:spPr>
          <a:xfrm>
            <a:off x="2920937" y="2855389"/>
            <a:ext cx="2122913" cy="511279"/>
          </a:xfrm>
          <a:prstGeom prst="bentConnector3">
            <a:avLst>
              <a:gd name="adj1" fmla="val 73331"/>
            </a:avLst>
          </a:prstGeom>
        </p:spPr>
        <p:style>
          <a:lnRef idx="3">
            <a:schemeClr val="accent3"/>
          </a:lnRef>
          <a:fillRef idx="0">
            <a:schemeClr val="accent3"/>
          </a:fillRef>
          <a:effectRef idx="2">
            <a:schemeClr val="accent3"/>
          </a:effectRef>
          <a:fontRef idx="minor">
            <a:schemeClr val="tx1"/>
          </a:fontRef>
        </p:style>
      </p:cxnSp>
      <p:cxnSp>
        <p:nvCxnSpPr>
          <p:cNvPr id="37" name="カギ線コネクタ 36"/>
          <p:cNvCxnSpPr>
            <a:endCxn id="7" idx="1"/>
          </p:cNvCxnSpPr>
          <p:nvPr/>
        </p:nvCxnSpPr>
        <p:spPr>
          <a:xfrm rot="16200000" flipH="1">
            <a:off x="3287329" y="4069110"/>
            <a:ext cx="2946998" cy="566044"/>
          </a:xfrm>
          <a:prstGeom prst="bentConnector2">
            <a:avLst/>
          </a:prstGeom>
        </p:spPr>
        <p:style>
          <a:lnRef idx="3">
            <a:schemeClr val="accent3"/>
          </a:lnRef>
          <a:fillRef idx="0">
            <a:schemeClr val="accent3"/>
          </a:fillRef>
          <a:effectRef idx="2">
            <a:schemeClr val="accent3"/>
          </a:effectRef>
          <a:fontRef idx="minor">
            <a:schemeClr val="tx1"/>
          </a:fontRef>
        </p:style>
      </p:cxnSp>
      <p:cxnSp>
        <p:nvCxnSpPr>
          <p:cNvPr id="38" name="カギ線コネクタ 37"/>
          <p:cNvCxnSpPr>
            <a:endCxn id="10" idx="1"/>
          </p:cNvCxnSpPr>
          <p:nvPr/>
        </p:nvCxnSpPr>
        <p:spPr>
          <a:xfrm rot="16200000" flipH="1">
            <a:off x="3977237" y="5074021"/>
            <a:ext cx="1567182" cy="566044"/>
          </a:xfrm>
          <a:prstGeom prst="bentConnector2">
            <a:avLst/>
          </a:prstGeom>
        </p:spPr>
        <p:style>
          <a:lnRef idx="3">
            <a:schemeClr val="accent3"/>
          </a:lnRef>
          <a:fillRef idx="0">
            <a:schemeClr val="accent3"/>
          </a:fillRef>
          <a:effectRef idx="2">
            <a:schemeClr val="accent3"/>
          </a:effectRef>
          <a:fontRef idx="minor">
            <a:schemeClr val="tx1"/>
          </a:fontRef>
        </p:style>
      </p:cxnSp>
      <p:cxnSp>
        <p:nvCxnSpPr>
          <p:cNvPr id="39" name="カギ線コネクタ 38"/>
          <p:cNvCxnSpPr>
            <a:stCxn id="8" idx="3"/>
            <a:endCxn id="14" idx="1"/>
          </p:cNvCxnSpPr>
          <p:nvPr/>
        </p:nvCxnSpPr>
        <p:spPr>
          <a:xfrm flipV="1">
            <a:off x="7690201" y="1823425"/>
            <a:ext cx="979299" cy="376379"/>
          </a:xfrm>
          <a:prstGeom prst="bentConnector3">
            <a:avLst>
              <a:gd name="adj1" fmla="val 50000"/>
            </a:avLst>
          </a:prstGeom>
        </p:spPr>
        <p:style>
          <a:lnRef idx="3">
            <a:schemeClr val="accent3"/>
          </a:lnRef>
          <a:fillRef idx="0">
            <a:schemeClr val="accent3"/>
          </a:fillRef>
          <a:effectRef idx="2">
            <a:schemeClr val="accent3"/>
          </a:effectRef>
          <a:fontRef idx="minor">
            <a:schemeClr val="tx1"/>
          </a:fontRef>
        </p:style>
      </p:cxnSp>
      <p:cxnSp>
        <p:nvCxnSpPr>
          <p:cNvPr id="40" name="カギ線コネクタ 39"/>
          <p:cNvCxnSpPr>
            <a:stCxn id="8" idx="3"/>
            <a:endCxn id="15" idx="1"/>
          </p:cNvCxnSpPr>
          <p:nvPr/>
        </p:nvCxnSpPr>
        <p:spPr>
          <a:xfrm flipV="1">
            <a:off x="7690201" y="2131361"/>
            <a:ext cx="979299" cy="68443"/>
          </a:xfrm>
          <a:prstGeom prst="bentConnector3">
            <a:avLst>
              <a:gd name="adj1" fmla="val 50000"/>
            </a:avLst>
          </a:prstGeom>
        </p:spPr>
        <p:style>
          <a:lnRef idx="3">
            <a:schemeClr val="accent3"/>
          </a:lnRef>
          <a:fillRef idx="0">
            <a:schemeClr val="accent3"/>
          </a:fillRef>
          <a:effectRef idx="2">
            <a:schemeClr val="accent3"/>
          </a:effectRef>
          <a:fontRef idx="minor">
            <a:schemeClr val="tx1"/>
          </a:fontRef>
        </p:style>
      </p:cxnSp>
      <p:cxnSp>
        <p:nvCxnSpPr>
          <p:cNvPr id="41" name="カギ線コネクタ 40"/>
          <p:cNvCxnSpPr>
            <a:stCxn id="8" idx="3"/>
            <a:endCxn id="16" idx="1"/>
          </p:cNvCxnSpPr>
          <p:nvPr/>
        </p:nvCxnSpPr>
        <p:spPr>
          <a:xfrm>
            <a:off x="7690201" y="2199804"/>
            <a:ext cx="979299" cy="239493"/>
          </a:xfrm>
          <a:prstGeom prst="bentConnector3">
            <a:avLst>
              <a:gd name="adj1" fmla="val 50000"/>
            </a:avLst>
          </a:prstGeom>
        </p:spPr>
        <p:style>
          <a:lnRef idx="3">
            <a:schemeClr val="accent3"/>
          </a:lnRef>
          <a:fillRef idx="0">
            <a:schemeClr val="accent3"/>
          </a:fillRef>
          <a:effectRef idx="2">
            <a:schemeClr val="accent3"/>
          </a:effectRef>
          <a:fontRef idx="minor">
            <a:schemeClr val="tx1"/>
          </a:fontRef>
        </p:style>
      </p:cxnSp>
      <p:cxnSp>
        <p:nvCxnSpPr>
          <p:cNvPr id="42" name="カギ線コネクタ 41"/>
          <p:cNvCxnSpPr>
            <a:stCxn id="8" idx="3"/>
            <a:endCxn id="17" idx="1"/>
          </p:cNvCxnSpPr>
          <p:nvPr/>
        </p:nvCxnSpPr>
        <p:spPr>
          <a:xfrm>
            <a:off x="7690201" y="2199804"/>
            <a:ext cx="979299" cy="547429"/>
          </a:xfrm>
          <a:prstGeom prst="bentConnector3">
            <a:avLst>
              <a:gd name="adj1" fmla="val 50000"/>
            </a:avLst>
          </a:prstGeom>
        </p:spPr>
        <p:style>
          <a:lnRef idx="3">
            <a:schemeClr val="accent3"/>
          </a:lnRef>
          <a:fillRef idx="0">
            <a:schemeClr val="accent3"/>
          </a:fillRef>
          <a:effectRef idx="2">
            <a:schemeClr val="accent3"/>
          </a:effectRef>
          <a:fontRef idx="minor">
            <a:schemeClr val="tx1"/>
          </a:fontRef>
        </p:style>
      </p:cxnSp>
      <p:cxnSp>
        <p:nvCxnSpPr>
          <p:cNvPr id="43" name="カギ線コネクタ 42"/>
          <p:cNvCxnSpPr>
            <a:stCxn id="8" idx="3"/>
            <a:endCxn id="18" idx="1"/>
          </p:cNvCxnSpPr>
          <p:nvPr/>
        </p:nvCxnSpPr>
        <p:spPr>
          <a:xfrm>
            <a:off x="7690201" y="2199804"/>
            <a:ext cx="979299" cy="855365"/>
          </a:xfrm>
          <a:prstGeom prst="bentConnector3">
            <a:avLst>
              <a:gd name="adj1" fmla="val 50000"/>
            </a:avLst>
          </a:prstGeom>
        </p:spPr>
        <p:style>
          <a:lnRef idx="3">
            <a:schemeClr val="accent3"/>
          </a:lnRef>
          <a:fillRef idx="0">
            <a:schemeClr val="accent3"/>
          </a:fillRef>
          <a:effectRef idx="2">
            <a:schemeClr val="accent3"/>
          </a:effectRef>
          <a:fontRef idx="minor">
            <a:schemeClr val="tx1"/>
          </a:fontRef>
        </p:style>
      </p:cxnSp>
      <p:cxnSp>
        <p:nvCxnSpPr>
          <p:cNvPr id="44" name="カギ線コネクタ 43"/>
          <p:cNvCxnSpPr>
            <a:stCxn id="9" idx="3"/>
            <a:endCxn id="19" idx="1"/>
          </p:cNvCxnSpPr>
          <p:nvPr/>
        </p:nvCxnSpPr>
        <p:spPr>
          <a:xfrm flipV="1">
            <a:off x="7671850" y="3363105"/>
            <a:ext cx="997650" cy="3563"/>
          </a:xfrm>
          <a:prstGeom prst="bentConnector3">
            <a:avLst>
              <a:gd name="adj1" fmla="val 50000"/>
            </a:avLst>
          </a:prstGeom>
        </p:spPr>
        <p:style>
          <a:lnRef idx="3">
            <a:schemeClr val="accent3"/>
          </a:lnRef>
          <a:fillRef idx="0">
            <a:schemeClr val="accent3"/>
          </a:fillRef>
          <a:effectRef idx="2">
            <a:schemeClr val="accent3"/>
          </a:effectRef>
          <a:fontRef idx="minor">
            <a:schemeClr val="tx1"/>
          </a:fontRef>
        </p:style>
      </p:cxnSp>
      <p:cxnSp>
        <p:nvCxnSpPr>
          <p:cNvPr id="45" name="カギ線コネクタ 44"/>
          <p:cNvCxnSpPr>
            <a:stCxn id="9" idx="3"/>
            <a:endCxn id="20" idx="1"/>
          </p:cNvCxnSpPr>
          <p:nvPr/>
        </p:nvCxnSpPr>
        <p:spPr>
          <a:xfrm>
            <a:off x="7671850" y="3366668"/>
            <a:ext cx="997650" cy="304373"/>
          </a:xfrm>
          <a:prstGeom prst="bentConnector3">
            <a:avLst>
              <a:gd name="adj1" fmla="val 50000"/>
            </a:avLst>
          </a:prstGeom>
        </p:spPr>
        <p:style>
          <a:lnRef idx="3">
            <a:schemeClr val="accent3"/>
          </a:lnRef>
          <a:fillRef idx="0">
            <a:schemeClr val="accent3"/>
          </a:fillRef>
          <a:effectRef idx="2">
            <a:schemeClr val="accent3"/>
          </a:effectRef>
          <a:fontRef idx="minor">
            <a:schemeClr val="tx1"/>
          </a:fontRef>
        </p:style>
      </p:cxnSp>
      <p:cxnSp>
        <p:nvCxnSpPr>
          <p:cNvPr id="46" name="カギ線コネクタ 45"/>
          <p:cNvCxnSpPr>
            <a:stCxn id="9" idx="3"/>
            <a:endCxn id="21" idx="1"/>
          </p:cNvCxnSpPr>
          <p:nvPr/>
        </p:nvCxnSpPr>
        <p:spPr>
          <a:xfrm>
            <a:off x="7671850" y="3366668"/>
            <a:ext cx="997650" cy="612309"/>
          </a:xfrm>
          <a:prstGeom prst="bentConnector3">
            <a:avLst>
              <a:gd name="adj1" fmla="val 50000"/>
            </a:avLst>
          </a:prstGeom>
        </p:spPr>
        <p:style>
          <a:lnRef idx="3">
            <a:schemeClr val="accent3"/>
          </a:lnRef>
          <a:fillRef idx="0">
            <a:schemeClr val="accent3"/>
          </a:fillRef>
          <a:effectRef idx="2">
            <a:schemeClr val="accent3"/>
          </a:effectRef>
          <a:fontRef idx="minor">
            <a:schemeClr val="tx1"/>
          </a:fontRef>
        </p:style>
      </p:cxnSp>
      <p:cxnSp>
        <p:nvCxnSpPr>
          <p:cNvPr id="47" name="カギ線コネクタ 46"/>
          <p:cNvCxnSpPr>
            <a:stCxn id="9" idx="3"/>
            <a:endCxn id="22" idx="1"/>
          </p:cNvCxnSpPr>
          <p:nvPr/>
        </p:nvCxnSpPr>
        <p:spPr>
          <a:xfrm>
            <a:off x="7671850" y="3366668"/>
            <a:ext cx="997650" cy="920245"/>
          </a:xfrm>
          <a:prstGeom prst="bentConnector3">
            <a:avLst>
              <a:gd name="adj1" fmla="val 50000"/>
            </a:avLst>
          </a:prstGeom>
        </p:spPr>
        <p:style>
          <a:lnRef idx="3">
            <a:schemeClr val="accent3"/>
          </a:lnRef>
          <a:fillRef idx="0">
            <a:schemeClr val="accent3"/>
          </a:fillRef>
          <a:effectRef idx="2">
            <a:schemeClr val="accent3"/>
          </a:effectRef>
          <a:fontRef idx="minor">
            <a:schemeClr val="tx1"/>
          </a:fontRef>
        </p:style>
      </p:cxnSp>
      <p:cxnSp>
        <p:nvCxnSpPr>
          <p:cNvPr id="48" name="カギ線コネクタ 47"/>
          <p:cNvCxnSpPr>
            <a:stCxn id="9" idx="3"/>
            <a:endCxn id="23" idx="1"/>
          </p:cNvCxnSpPr>
          <p:nvPr/>
        </p:nvCxnSpPr>
        <p:spPr>
          <a:xfrm>
            <a:off x="7671850" y="3366668"/>
            <a:ext cx="997650" cy="1228181"/>
          </a:xfrm>
          <a:prstGeom prst="bentConnector3">
            <a:avLst>
              <a:gd name="adj1" fmla="val 50000"/>
            </a:avLst>
          </a:prstGeom>
        </p:spPr>
        <p:style>
          <a:lnRef idx="3">
            <a:schemeClr val="accent3"/>
          </a:lnRef>
          <a:fillRef idx="0">
            <a:schemeClr val="accent3"/>
          </a:fillRef>
          <a:effectRef idx="2">
            <a:schemeClr val="accent3"/>
          </a:effectRef>
          <a:fontRef idx="minor">
            <a:schemeClr val="tx1"/>
          </a:fontRef>
        </p:style>
      </p:cxnSp>
      <p:cxnSp>
        <p:nvCxnSpPr>
          <p:cNvPr id="49" name="カギ線コネクタ 48"/>
          <p:cNvCxnSpPr>
            <a:stCxn id="9" idx="3"/>
            <a:endCxn id="24" idx="1"/>
          </p:cNvCxnSpPr>
          <p:nvPr/>
        </p:nvCxnSpPr>
        <p:spPr>
          <a:xfrm>
            <a:off x="7671850" y="3366668"/>
            <a:ext cx="997650" cy="1536117"/>
          </a:xfrm>
          <a:prstGeom prst="bentConnector3">
            <a:avLst>
              <a:gd name="adj1" fmla="val 50000"/>
            </a:avLst>
          </a:prstGeom>
        </p:spPr>
        <p:style>
          <a:lnRef idx="3">
            <a:schemeClr val="accent3"/>
          </a:lnRef>
          <a:fillRef idx="0">
            <a:schemeClr val="accent3"/>
          </a:fillRef>
          <a:effectRef idx="2">
            <a:schemeClr val="accent3"/>
          </a:effectRef>
          <a:fontRef idx="minor">
            <a:schemeClr val="tx1"/>
          </a:fontRef>
        </p:style>
      </p:cxnSp>
      <p:cxnSp>
        <p:nvCxnSpPr>
          <p:cNvPr id="50" name="カギ線コネクタ 49"/>
          <p:cNvCxnSpPr>
            <a:stCxn id="9" idx="3"/>
            <a:endCxn id="25" idx="1"/>
          </p:cNvCxnSpPr>
          <p:nvPr/>
        </p:nvCxnSpPr>
        <p:spPr>
          <a:xfrm>
            <a:off x="7671850" y="3366668"/>
            <a:ext cx="997650" cy="1844053"/>
          </a:xfrm>
          <a:prstGeom prst="bentConnector3">
            <a:avLst>
              <a:gd name="adj1" fmla="val 50000"/>
            </a:avLst>
          </a:prstGeom>
        </p:spPr>
        <p:style>
          <a:lnRef idx="3">
            <a:schemeClr val="accent3"/>
          </a:lnRef>
          <a:fillRef idx="0">
            <a:schemeClr val="accent3"/>
          </a:fillRef>
          <a:effectRef idx="2">
            <a:schemeClr val="accent3"/>
          </a:effectRef>
          <a:fontRef idx="minor">
            <a:schemeClr val="tx1"/>
          </a:fontRef>
        </p:style>
      </p:cxnSp>
      <p:cxnSp>
        <p:nvCxnSpPr>
          <p:cNvPr id="51" name="カギ線コネクタ 50"/>
          <p:cNvCxnSpPr>
            <a:stCxn id="7" idx="3"/>
            <a:endCxn id="11" idx="1"/>
          </p:cNvCxnSpPr>
          <p:nvPr/>
        </p:nvCxnSpPr>
        <p:spPr>
          <a:xfrm>
            <a:off x="7671850" y="5825631"/>
            <a:ext cx="997650" cy="962"/>
          </a:xfrm>
          <a:prstGeom prst="bentConnector3">
            <a:avLst>
              <a:gd name="adj1" fmla="val 50000"/>
            </a:avLst>
          </a:prstGeom>
        </p:spPr>
        <p:style>
          <a:lnRef idx="3">
            <a:schemeClr val="accent3"/>
          </a:lnRef>
          <a:fillRef idx="0">
            <a:schemeClr val="accent3"/>
          </a:fillRef>
          <a:effectRef idx="2">
            <a:schemeClr val="accent3"/>
          </a:effectRef>
          <a:fontRef idx="minor">
            <a:schemeClr val="tx1"/>
          </a:fontRef>
        </p:style>
      </p:cxnSp>
      <p:cxnSp>
        <p:nvCxnSpPr>
          <p:cNvPr id="52" name="カギ線コネクタ 51"/>
          <p:cNvCxnSpPr>
            <a:stCxn id="7" idx="3"/>
            <a:endCxn id="12" idx="1"/>
          </p:cNvCxnSpPr>
          <p:nvPr/>
        </p:nvCxnSpPr>
        <p:spPr>
          <a:xfrm>
            <a:off x="7671850" y="5825631"/>
            <a:ext cx="997650" cy="308898"/>
          </a:xfrm>
          <a:prstGeom prst="bentConnector3">
            <a:avLst>
              <a:gd name="adj1" fmla="val 50000"/>
            </a:avLst>
          </a:prstGeom>
        </p:spPr>
        <p:style>
          <a:lnRef idx="3">
            <a:schemeClr val="accent3"/>
          </a:lnRef>
          <a:fillRef idx="0">
            <a:schemeClr val="accent3"/>
          </a:fillRef>
          <a:effectRef idx="2">
            <a:schemeClr val="accent3"/>
          </a:effectRef>
          <a:fontRef idx="minor">
            <a:schemeClr val="tx1"/>
          </a:fontRef>
        </p:style>
      </p:cxnSp>
      <p:sp>
        <p:nvSpPr>
          <p:cNvPr id="53" name="角丸四角形 52"/>
          <p:cNvSpPr/>
          <p:nvPr/>
        </p:nvSpPr>
        <p:spPr>
          <a:xfrm>
            <a:off x="8669500" y="5387257"/>
            <a:ext cx="2382565" cy="262800"/>
          </a:xfrm>
          <a:prstGeom prst="roundRect">
            <a:avLst/>
          </a:prstGeom>
          <a:solidFill>
            <a:srgbClr val="91C46E"/>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ja-JP" altLang="en-US" sz="1200" b="1" dirty="0" smtClean="0">
                <a:solidFill>
                  <a:schemeClr val="accent5">
                    <a:lumMod val="50000"/>
                  </a:schemeClr>
                </a:solidFill>
                <a:latin typeface="メイリオ" panose="020B0604030504040204" pitchFamily="50" charset="-128"/>
                <a:ea typeface="メイリオ" panose="020B0604030504040204" pitchFamily="50" charset="-128"/>
              </a:rPr>
              <a:t>名古屋オフィス</a:t>
            </a:r>
            <a:endParaRPr kumimoji="1" lang="ja-JP" altLang="en-US" sz="1200" b="1" dirty="0">
              <a:solidFill>
                <a:schemeClr val="accent5">
                  <a:lumMod val="50000"/>
                </a:schemeClr>
              </a:solidFill>
              <a:latin typeface="メイリオ" panose="020B0604030504040204" pitchFamily="50" charset="-128"/>
              <a:ea typeface="メイリオ" panose="020B0604030504040204" pitchFamily="50" charset="-128"/>
            </a:endParaRPr>
          </a:p>
        </p:txBody>
      </p:sp>
      <p:cxnSp>
        <p:nvCxnSpPr>
          <p:cNvPr id="54" name="カギ線コネクタ 53"/>
          <p:cNvCxnSpPr>
            <a:stCxn id="9" idx="3"/>
            <a:endCxn id="53" idx="1"/>
          </p:cNvCxnSpPr>
          <p:nvPr/>
        </p:nvCxnSpPr>
        <p:spPr>
          <a:xfrm>
            <a:off x="7671850" y="3366668"/>
            <a:ext cx="997650" cy="2151989"/>
          </a:xfrm>
          <a:prstGeom prst="bentConnector3">
            <a:avLst>
              <a:gd name="adj1" fmla="val 50000"/>
            </a:avLst>
          </a:prstGeom>
        </p:spPr>
        <p:style>
          <a:lnRef idx="3">
            <a:schemeClr val="accent3"/>
          </a:lnRef>
          <a:fillRef idx="0">
            <a:schemeClr val="accent3"/>
          </a:fillRef>
          <a:effectRef idx="2">
            <a:schemeClr val="accent3"/>
          </a:effectRef>
          <a:fontRef idx="minor">
            <a:schemeClr val="tx1"/>
          </a:fontRef>
        </p:style>
      </p:cxnSp>
      <p:sp>
        <p:nvSpPr>
          <p:cNvPr id="56" name="角丸四角形 55"/>
          <p:cNvSpPr/>
          <p:nvPr/>
        </p:nvSpPr>
        <p:spPr>
          <a:xfrm>
            <a:off x="5053649" y="1733740"/>
            <a:ext cx="2628000" cy="270000"/>
          </a:xfrm>
          <a:prstGeom prst="roundRect">
            <a:avLst/>
          </a:prstGeom>
          <a:solidFill>
            <a:schemeClr val="accent5">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ja-JP" altLang="en-US" sz="1200" b="1" dirty="0">
                <a:latin typeface="メイリオ" panose="020B0604030504040204" pitchFamily="50" charset="-128"/>
                <a:ea typeface="メイリオ" panose="020B0604030504040204" pitchFamily="50" charset="-128"/>
              </a:rPr>
              <a:t>事業</a:t>
            </a:r>
            <a:r>
              <a:rPr lang="ja-JP" altLang="en-US" sz="1200" b="1" dirty="0" smtClean="0">
                <a:latin typeface="メイリオ" panose="020B0604030504040204" pitchFamily="50" charset="-128"/>
                <a:ea typeface="メイリオ" panose="020B0604030504040204" pitchFamily="50" charset="-128"/>
              </a:rPr>
              <a:t>開発室</a:t>
            </a:r>
            <a:endParaRPr kumimoji="1" lang="ja-JP" altLang="en-US" sz="1200" b="1" dirty="0">
              <a:latin typeface="メイリオ" panose="020B0604030504040204" pitchFamily="50" charset="-128"/>
              <a:ea typeface="メイリオ" panose="020B0604030504040204" pitchFamily="50" charset="-128"/>
            </a:endParaRPr>
          </a:p>
        </p:txBody>
      </p:sp>
      <p:cxnSp>
        <p:nvCxnSpPr>
          <p:cNvPr id="141" name="カギ線コネクタ 140"/>
          <p:cNvCxnSpPr>
            <a:stCxn id="8" idx="3"/>
            <a:endCxn id="13" idx="1"/>
          </p:cNvCxnSpPr>
          <p:nvPr/>
        </p:nvCxnSpPr>
        <p:spPr>
          <a:xfrm flipV="1">
            <a:off x="7690201" y="1515489"/>
            <a:ext cx="979299" cy="684315"/>
          </a:xfrm>
          <a:prstGeom prst="bentConnector3">
            <a:avLst>
              <a:gd name="adj1" fmla="val 50000"/>
            </a:avLst>
          </a:prstGeom>
        </p:spPr>
        <p:style>
          <a:lnRef idx="3">
            <a:schemeClr val="accent3"/>
          </a:lnRef>
          <a:fillRef idx="0">
            <a:schemeClr val="accent3"/>
          </a:fillRef>
          <a:effectRef idx="2">
            <a:schemeClr val="accent3"/>
          </a:effectRef>
          <a:fontRef idx="minor">
            <a:schemeClr val="tx1"/>
          </a:fontRef>
        </p:style>
      </p:cxnSp>
      <p:cxnSp>
        <p:nvCxnSpPr>
          <p:cNvPr id="147" name="カギ線コネクタ 146"/>
          <p:cNvCxnSpPr>
            <a:stCxn id="26" idx="3"/>
            <a:endCxn id="8" idx="1"/>
          </p:cNvCxnSpPr>
          <p:nvPr/>
        </p:nvCxnSpPr>
        <p:spPr>
          <a:xfrm flipV="1">
            <a:off x="2920937" y="2199804"/>
            <a:ext cx="2141264" cy="655585"/>
          </a:xfrm>
          <a:prstGeom prst="bentConnector3">
            <a:avLst>
              <a:gd name="adj1" fmla="val 72464"/>
            </a:avLst>
          </a:prstGeom>
        </p:spPr>
        <p:style>
          <a:lnRef idx="3">
            <a:schemeClr val="accent3"/>
          </a:lnRef>
          <a:fillRef idx="0">
            <a:schemeClr val="accent3"/>
          </a:fillRef>
          <a:effectRef idx="2">
            <a:schemeClr val="accent3"/>
          </a:effectRef>
          <a:fontRef idx="minor">
            <a:schemeClr val="tx1"/>
          </a:fontRef>
        </p:style>
      </p:cxnSp>
      <p:sp>
        <p:nvSpPr>
          <p:cNvPr id="57" name="タイトル 1"/>
          <p:cNvSpPr txBox="1">
            <a:spLocks/>
          </p:cNvSpPr>
          <p:nvPr/>
        </p:nvSpPr>
        <p:spPr>
          <a:xfrm>
            <a:off x="751915" y="4812688"/>
            <a:ext cx="3124235" cy="1088708"/>
          </a:xfrm>
          <a:prstGeom prst="rect">
            <a:avLst/>
          </a:prstGeom>
        </p:spPr>
        <p:txBody>
          <a:bodyPr vert="horz" lIns="91440" tIns="45720" rIns="91440" bIns="45720"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ja-JP" altLang="en-US" sz="9000" noProof="0" dirty="0">
                <a:solidFill>
                  <a:schemeClr val="accent5">
                    <a:lumMod val="75000"/>
                  </a:schemeClr>
                </a:solidFill>
                <a:latin typeface="HGP創英角ｺﾞｼｯｸUB" pitchFamily="50" charset="-128"/>
                <a:ea typeface="HGP創英角ｺﾞｼｯｸUB" pitchFamily="50" charset="-128"/>
                <a:cs typeface="+mj-cs"/>
              </a:rPr>
              <a:t>５９４</a:t>
            </a:r>
            <a:r>
              <a:rPr kumimoji="1" lang="ja-JP" altLang="en-US" sz="2800" i="0" u="none" strike="noStrike" kern="1200" cap="none" spc="0" normalizeH="0" baseline="0" noProof="0" dirty="0" smtClean="0">
                <a:ln>
                  <a:noFill/>
                </a:ln>
                <a:solidFill>
                  <a:schemeClr val="accent5">
                    <a:lumMod val="75000"/>
                  </a:schemeClr>
                </a:solidFill>
                <a:effectLst/>
                <a:uLnTx/>
                <a:uFillTx/>
                <a:latin typeface="HGP創英角ｺﾞｼｯｸUB" pitchFamily="50" charset="-128"/>
                <a:ea typeface="HGP創英角ｺﾞｼｯｸUB" pitchFamily="50" charset="-128"/>
                <a:cs typeface="+mj-cs"/>
              </a:rPr>
              <a:t>名</a:t>
            </a:r>
            <a:endParaRPr kumimoji="1" lang="ja-JP" altLang="en-US" sz="2800" i="0" u="none" strike="noStrike" kern="1200" cap="none" spc="0" normalizeH="0" baseline="0" noProof="0" dirty="0">
              <a:ln>
                <a:noFill/>
              </a:ln>
              <a:solidFill>
                <a:schemeClr val="accent5">
                  <a:lumMod val="75000"/>
                </a:schemeClr>
              </a:solidFill>
              <a:effectLst/>
              <a:uLnTx/>
              <a:uFillTx/>
              <a:latin typeface="HGP創英角ｺﾞｼｯｸUB" pitchFamily="50" charset="-128"/>
              <a:ea typeface="HGP創英角ｺﾞｼｯｸUB" pitchFamily="50" charset="-128"/>
              <a:cs typeface="+mj-cs"/>
            </a:endParaRPr>
          </a:p>
        </p:txBody>
      </p:sp>
    </p:spTree>
    <p:extLst>
      <p:ext uri="{BB962C8B-B14F-4D97-AF65-F5344CB8AC3E}">
        <p14:creationId xmlns:p14="http://schemas.microsoft.com/office/powerpoint/2010/main" val="9574114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図 27"/>
          <p:cNvPicPr>
            <a:picLocks noChangeAspect="1"/>
          </p:cNvPicPr>
          <p:nvPr/>
        </p:nvPicPr>
        <p:blipFill>
          <a:blip r:embed="rId2"/>
          <a:stretch>
            <a:fillRect/>
          </a:stretch>
        </p:blipFill>
        <p:spPr>
          <a:xfrm>
            <a:off x="868395" y="1572364"/>
            <a:ext cx="10101740" cy="5387236"/>
          </a:xfrm>
          <a:prstGeom prst="rect">
            <a:avLst/>
          </a:prstGeom>
        </p:spPr>
      </p:pic>
      <p:sp>
        <p:nvSpPr>
          <p:cNvPr id="4" name="タイトル 3"/>
          <p:cNvSpPr txBox="1">
            <a:spLocks/>
          </p:cNvSpPr>
          <p:nvPr/>
        </p:nvSpPr>
        <p:spPr>
          <a:xfrm>
            <a:off x="751915" y="608053"/>
            <a:ext cx="11293475" cy="5302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2800" b="1" dirty="0" smtClean="0">
                <a:solidFill>
                  <a:schemeClr val="tx2"/>
                </a:solidFill>
                <a:latin typeface="ＭＳ Ｐゴシック" panose="020B0600070205080204" pitchFamily="50" charset="-128"/>
                <a:ea typeface="ＭＳ Ｐゴシック" panose="020B0600070205080204" pitchFamily="50" charset="-128"/>
              </a:rPr>
              <a:t>SMS</a:t>
            </a:r>
            <a:r>
              <a:rPr lang="ja-JP" altLang="en-US" sz="2800" b="1" dirty="0">
                <a:solidFill>
                  <a:schemeClr val="tx2"/>
                </a:solidFill>
                <a:latin typeface="ＭＳ Ｐゴシック" panose="020B0600070205080204" pitchFamily="50" charset="-128"/>
                <a:ea typeface="ＭＳ Ｐゴシック" panose="020B0600070205080204" pitchFamily="50" charset="-128"/>
              </a:rPr>
              <a:t>　</a:t>
            </a:r>
            <a:r>
              <a:rPr lang="en-US" altLang="ja-JP" sz="2800" b="1" dirty="0">
                <a:solidFill>
                  <a:schemeClr val="tx2"/>
                </a:solidFill>
                <a:latin typeface="ＭＳ Ｐゴシック" panose="020B0600070205080204" pitchFamily="50" charset="-128"/>
                <a:ea typeface="ＭＳ Ｐゴシック" panose="020B0600070205080204" pitchFamily="50" charset="-128"/>
              </a:rPr>
              <a:t>DataTech</a:t>
            </a:r>
            <a:r>
              <a:rPr lang="ja-JP" altLang="en-US" sz="2800" b="1" dirty="0">
                <a:solidFill>
                  <a:schemeClr val="tx2"/>
                </a:solidFill>
                <a:latin typeface="ＭＳ Ｐゴシック" panose="020B0600070205080204" pitchFamily="50" charset="-128"/>
                <a:ea typeface="ＭＳ Ｐゴシック" panose="020B0600070205080204" pitchFamily="50" charset="-128"/>
              </a:rPr>
              <a:t>の</a:t>
            </a:r>
            <a:r>
              <a:rPr lang="en-US" altLang="ja-JP" sz="2800" b="1" dirty="0">
                <a:solidFill>
                  <a:schemeClr val="tx2"/>
                </a:solidFill>
                <a:latin typeface="ＭＳ Ｐゴシック" panose="020B0600070205080204" pitchFamily="50" charset="-128"/>
                <a:ea typeface="ＭＳ Ｐゴシック" panose="020B0600070205080204" pitchFamily="50" charset="-128"/>
              </a:rPr>
              <a:t>4</a:t>
            </a:r>
            <a:r>
              <a:rPr lang="ja-JP" altLang="en-US" sz="2800" b="1" dirty="0" err="1">
                <a:solidFill>
                  <a:schemeClr val="tx2"/>
                </a:solidFill>
                <a:latin typeface="ＭＳ Ｐゴシック" panose="020B0600070205080204" pitchFamily="50" charset="-128"/>
                <a:ea typeface="ＭＳ Ｐゴシック" panose="020B0600070205080204" pitchFamily="50" charset="-128"/>
              </a:rPr>
              <a:t>つの</a:t>
            </a:r>
            <a:r>
              <a:rPr lang="ja-JP" altLang="en-US" sz="2800" b="1" dirty="0" smtClean="0">
                <a:solidFill>
                  <a:schemeClr val="tx2"/>
                </a:solidFill>
                <a:latin typeface="ＭＳ Ｐゴシック" panose="020B0600070205080204" pitchFamily="50" charset="-128"/>
                <a:ea typeface="ＭＳ Ｐゴシック" panose="020B0600070205080204" pitchFamily="50" charset="-128"/>
              </a:rPr>
              <a:t>特徴</a:t>
            </a:r>
            <a:endParaRPr lang="ja-JP" altLang="en-US" sz="2800" b="1" dirty="0">
              <a:solidFill>
                <a:schemeClr val="tx2"/>
              </a:solidFill>
              <a:latin typeface="ＭＳ Ｐゴシック" panose="020B0600070205080204" pitchFamily="50" charset="-128"/>
              <a:ea typeface="ＭＳ Ｐゴシック" panose="020B0600070205080204" pitchFamily="50" charset="-128"/>
            </a:endParaRPr>
          </a:p>
        </p:txBody>
      </p:sp>
    </p:spTree>
    <p:extLst>
      <p:ext uri="{BB962C8B-B14F-4D97-AF65-F5344CB8AC3E}">
        <p14:creationId xmlns:p14="http://schemas.microsoft.com/office/powerpoint/2010/main" val="111824695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タイトル 7"/>
          <p:cNvSpPr>
            <a:spLocks noGrp="1"/>
          </p:cNvSpPr>
          <p:nvPr>
            <p:ph type="title"/>
          </p:nvPr>
        </p:nvSpPr>
        <p:spPr>
          <a:xfrm>
            <a:off x="713856" y="3623733"/>
            <a:ext cx="8245505" cy="1895595"/>
          </a:xfrm>
        </p:spPr>
        <p:txBody>
          <a:bodyPr/>
          <a:lstStyle/>
          <a:p>
            <a:pPr lvl="0"/>
            <a:r>
              <a:rPr lang="ja-JP" altLang="en-US" sz="4800" dirty="0">
                <a:solidFill>
                  <a:srgbClr val="FFFFFF"/>
                </a:solidFill>
              </a:rPr>
              <a:t>光熱費管理システム開発</a:t>
            </a:r>
            <a:r>
              <a:rPr lang="ja-JP" altLang="en-US" sz="4800" dirty="0" smtClean="0">
                <a:solidFill>
                  <a:srgbClr val="FFFFFF"/>
                </a:solidFill>
              </a:rPr>
              <a:t>の</a:t>
            </a:r>
            <a:r>
              <a:rPr lang="en-US" altLang="ja-JP" sz="4800" dirty="0" smtClean="0">
                <a:solidFill>
                  <a:srgbClr val="FFFFFF"/>
                </a:solidFill>
              </a:rPr>
              <a:t/>
            </a:r>
            <a:br>
              <a:rPr lang="en-US" altLang="ja-JP" sz="4800" dirty="0" smtClean="0">
                <a:solidFill>
                  <a:srgbClr val="FFFFFF"/>
                </a:solidFill>
              </a:rPr>
            </a:br>
            <a:r>
              <a:rPr lang="ja-JP" altLang="en-US" sz="4800" dirty="0" smtClean="0">
                <a:solidFill>
                  <a:srgbClr val="FFFFFF"/>
                </a:solidFill>
              </a:rPr>
              <a:t>ご提案</a:t>
            </a:r>
            <a:endParaRPr lang="ja-JP" altLang="en-US" sz="4800" dirty="0">
              <a:solidFill>
                <a:srgbClr val="FFFFFF"/>
              </a:solidFill>
            </a:endParaRPr>
          </a:p>
        </p:txBody>
      </p:sp>
      <p:sp>
        <p:nvSpPr>
          <p:cNvPr id="7" name="テキスト プレースホルダー 6"/>
          <p:cNvSpPr>
            <a:spLocks noGrp="1"/>
          </p:cNvSpPr>
          <p:nvPr>
            <p:ph type="body" sz="quarter" idx="10"/>
          </p:nvPr>
        </p:nvSpPr>
        <p:spPr/>
        <p:txBody>
          <a:bodyPr>
            <a:normAutofit fontScale="85000" lnSpcReduction="10000"/>
          </a:bodyPr>
          <a:lstStyle/>
          <a:p>
            <a:r>
              <a:rPr lang="en-US" altLang="ja-JP" dirty="0" smtClean="0">
                <a:latin typeface="メイリオ" panose="020B0604030504040204" pitchFamily="50" charset="-128"/>
                <a:ea typeface="メイリオ" panose="020B0604030504040204" pitchFamily="50" charset="-128"/>
              </a:rPr>
              <a:t>02</a:t>
            </a:r>
            <a:endParaRPr kumimoji="1" lang="ja-JP" altLang="en-US"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96076926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角丸四角形 66"/>
          <p:cNvSpPr/>
          <p:nvPr/>
        </p:nvSpPr>
        <p:spPr>
          <a:xfrm>
            <a:off x="849789" y="1329752"/>
            <a:ext cx="10360077" cy="4793525"/>
          </a:xfrm>
          <a:prstGeom prst="roundRect">
            <a:avLst>
              <a:gd name="adj" fmla="val 809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9" name="正方形/長方形 8"/>
          <p:cNvSpPr/>
          <p:nvPr/>
        </p:nvSpPr>
        <p:spPr>
          <a:xfrm>
            <a:off x="4594296" y="5030011"/>
            <a:ext cx="6187440" cy="954107"/>
          </a:xfrm>
          <a:prstGeom prst="rect">
            <a:avLst/>
          </a:prstGeom>
        </p:spPr>
        <p:txBody>
          <a:bodyPr wrap="square">
            <a:spAutoFit/>
          </a:bodyPr>
          <a:lstStyle/>
          <a:p>
            <a:pPr algn="r"/>
            <a:r>
              <a:rPr lang="ja-JP" altLang="en-US" sz="2800" b="1" dirty="0" smtClean="0">
                <a:solidFill>
                  <a:schemeClr val="accent5">
                    <a:lumMod val="50000"/>
                  </a:schemeClr>
                </a:solidFill>
                <a:latin typeface="メイリオ" panose="020B0604030504040204" pitchFamily="50" charset="-128"/>
                <a:ea typeface="メイリオ" panose="020B0604030504040204" pitchFamily="50" charset="-128"/>
              </a:rPr>
              <a:t>このような背景</a:t>
            </a:r>
            <a:r>
              <a:rPr lang="ja-JP" altLang="en-US" sz="2800" b="1" dirty="0">
                <a:solidFill>
                  <a:schemeClr val="accent5">
                    <a:lumMod val="50000"/>
                  </a:schemeClr>
                </a:solidFill>
                <a:latin typeface="メイリオ" panose="020B0604030504040204" pitchFamily="50" charset="-128"/>
                <a:ea typeface="メイリオ" panose="020B0604030504040204" pitchFamily="50" charset="-128"/>
              </a:rPr>
              <a:t>が</a:t>
            </a:r>
            <a:r>
              <a:rPr lang="ja-JP" altLang="en-US" sz="2800" b="1" dirty="0" smtClean="0">
                <a:solidFill>
                  <a:schemeClr val="accent5">
                    <a:lumMod val="50000"/>
                  </a:schemeClr>
                </a:solidFill>
                <a:latin typeface="メイリオ" panose="020B0604030504040204" pitchFamily="50" charset="-128"/>
                <a:ea typeface="メイリオ" panose="020B0604030504040204" pitchFamily="50" charset="-128"/>
              </a:rPr>
              <a:t>あり</a:t>
            </a:r>
            <a:endParaRPr lang="en-US" altLang="ja-JP" sz="2800" b="1" dirty="0" smtClean="0">
              <a:solidFill>
                <a:schemeClr val="accent5">
                  <a:lumMod val="50000"/>
                </a:schemeClr>
              </a:solidFill>
              <a:latin typeface="メイリオ" panose="020B0604030504040204" pitchFamily="50" charset="-128"/>
              <a:ea typeface="メイリオ" panose="020B0604030504040204" pitchFamily="50" charset="-128"/>
            </a:endParaRPr>
          </a:p>
          <a:p>
            <a:pPr algn="r"/>
            <a:r>
              <a:rPr lang="ja-JP" altLang="en-US" sz="2800" b="1" dirty="0" smtClean="0">
                <a:solidFill>
                  <a:schemeClr val="accent5">
                    <a:lumMod val="50000"/>
                  </a:schemeClr>
                </a:solidFill>
                <a:latin typeface="メイリオ" panose="020B0604030504040204" pitchFamily="50" charset="-128"/>
                <a:ea typeface="メイリオ" panose="020B0604030504040204" pitchFamily="50" charset="-128"/>
              </a:rPr>
              <a:t>弊社へご依頼をいただいた</a:t>
            </a:r>
            <a:r>
              <a:rPr lang="ja-JP" altLang="en-US" sz="2800" b="1" dirty="0">
                <a:solidFill>
                  <a:schemeClr val="accent5">
                    <a:lumMod val="50000"/>
                  </a:schemeClr>
                </a:solidFill>
                <a:latin typeface="メイリオ" panose="020B0604030504040204" pitchFamily="50" charset="-128"/>
                <a:ea typeface="メイリオ" panose="020B0604030504040204" pitchFamily="50" charset="-128"/>
              </a:rPr>
              <a:t>認識</a:t>
            </a:r>
            <a:r>
              <a:rPr lang="ja-JP" altLang="en-US" sz="2800" b="1" dirty="0" smtClean="0">
                <a:solidFill>
                  <a:schemeClr val="accent5">
                    <a:lumMod val="50000"/>
                  </a:schemeClr>
                </a:solidFill>
                <a:latin typeface="メイリオ" panose="020B0604030504040204" pitchFamily="50" charset="-128"/>
                <a:ea typeface="メイリオ" panose="020B0604030504040204" pitchFamily="50" charset="-128"/>
              </a:rPr>
              <a:t>です</a:t>
            </a:r>
            <a:endParaRPr lang="ja-JP" altLang="en-US" sz="3600" b="1" dirty="0">
              <a:solidFill>
                <a:schemeClr val="accent5">
                  <a:lumMod val="75000"/>
                </a:schemeClr>
              </a:solidFill>
              <a:latin typeface="メイリオ" panose="020B0604030504040204" pitchFamily="50" charset="-128"/>
              <a:ea typeface="メイリオ" panose="020B0604030504040204" pitchFamily="50" charset="-128"/>
            </a:endParaRPr>
          </a:p>
        </p:txBody>
      </p:sp>
      <p:sp>
        <p:nvSpPr>
          <p:cNvPr id="34" name="角丸四角形 33"/>
          <p:cNvSpPr/>
          <p:nvPr/>
        </p:nvSpPr>
        <p:spPr>
          <a:xfrm>
            <a:off x="2182010" y="1608495"/>
            <a:ext cx="8835946" cy="3282357"/>
          </a:xfrm>
          <a:prstGeom prst="roundRect">
            <a:avLst>
              <a:gd name="adj" fmla="val 1171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6" name="正方形/長方形 5"/>
          <p:cNvSpPr/>
          <p:nvPr/>
        </p:nvSpPr>
        <p:spPr>
          <a:xfrm>
            <a:off x="2865947" y="2044579"/>
            <a:ext cx="7915789" cy="2400657"/>
          </a:xfrm>
          <a:prstGeom prst="rect">
            <a:avLst/>
          </a:prstGeom>
        </p:spPr>
        <p:txBody>
          <a:bodyPr wrap="square">
            <a:spAutoFit/>
          </a:bodyPr>
          <a:lstStyle/>
          <a:p>
            <a:pPr>
              <a:lnSpc>
                <a:spcPct val="150000"/>
              </a:lnSpc>
            </a:pPr>
            <a:r>
              <a:rPr lang="zh-TW" altLang="en-US" sz="2800" b="1" dirty="0">
                <a:solidFill>
                  <a:schemeClr val="accent5">
                    <a:lumMod val="75000"/>
                  </a:schemeClr>
                </a:solidFill>
                <a:latin typeface="メイリオ" panose="020B0604030504040204" pitchFamily="50" charset="-128"/>
                <a:ea typeface="メイリオ" panose="020B0604030504040204" pitchFamily="50" charset="-128"/>
              </a:rPr>
              <a:t>光熱費管理</a:t>
            </a:r>
            <a:r>
              <a:rPr lang="zh-TW" altLang="en-US" sz="2800" b="1" dirty="0" smtClean="0">
                <a:solidFill>
                  <a:schemeClr val="accent5">
                    <a:lumMod val="75000"/>
                  </a:schemeClr>
                </a:solidFill>
                <a:latin typeface="メイリオ" panose="020B0604030504040204" pitchFamily="50" charset="-128"/>
                <a:ea typeface="メイリオ" panose="020B0604030504040204" pitchFamily="50" charset="-128"/>
              </a:rPr>
              <a:t>業務</a:t>
            </a:r>
            <a:r>
              <a:rPr lang="ja-JP" altLang="en-US" sz="2800" b="1" dirty="0" smtClean="0">
                <a:solidFill>
                  <a:schemeClr val="accent5">
                    <a:lumMod val="75000"/>
                  </a:schemeClr>
                </a:solidFill>
                <a:latin typeface="メイリオ" panose="020B0604030504040204" pitchFamily="50" charset="-128"/>
                <a:ea typeface="メイリオ" panose="020B0604030504040204" pitchFamily="50" charset="-128"/>
              </a:rPr>
              <a:t>をもっと効率化したい！！</a:t>
            </a:r>
            <a:endParaRPr lang="en-US" altLang="ja-JP" sz="2800" b="1" dirty="0" smtClean="0">
              <a:solidFill>
                <a:schemeClr val="accent5">
                  <a:lumMod val="75000"/>
                </a:schemeClr>
              </a:solidFill>
              <a:latin typeface="メイリオ" panose="020B0604030504040204" pitchFamily="50" charset="-128"/>
              <a:ea typeface="メイリオ" panose="020B0604030504040204" pitchFamily="50" charset="-128"/>
            </a:endParaRPr>
          </a:p>
          <a:p>
            <a:pPr>
              <a:lnSpc>
                <a:spcPct val="150000"/>
              </a:lnSpc>
            </a:pPr>
            <a:r>
              <a:rPr lang="ja-JP" altLang="en-US" sz="2400" b="1" dirty="0" smtClean="0">
                <a:solidFill>
                  <a:schemeClr val="accent5"/>
                </a:solidFill>
                <a:latin typeface="メイリオ" panose="020B0604030504040204" pitchFamily="50" charset="-128"/>
                <a:ea typeface="メイリオ" panose="020B0604030504040204" pitchFamily="50" charset="-128"/>
              </a:rPr>
              <a:t>・複数ファイルにわたっての作業が大変</a:t>
            </a:r>
            <a:endParaRPr lang="en-US" altLang="ja-JP" sz="2400" b="1" dirty="0" smtClean="0">
              <a:solidFill>
                <a:schemeClr val="accent5"/>
              </a:solidFill>
              <a:latin typeface="メイリオ" panose="020B0604030504040204" pitchFamily="50" charset="-128"/>
              <a:ea typeface="メイリオ" panose="020B0604030504040204" pitchFamily="50" charset="-128"/>
            </a:endParaRPr>
          </a:p>
          <a:p>
            <a:pPr>
              <a:lnSpc>
                <a:spcPct val="150000"/>
              </a:lnSpc>
            </a:pPr>
            <a:r>
              <a:rPr lang="ja-JP" altLang="en-US" sz="2400" b="1" dirty="0" smtClean="0">
                <a:solidFill>
                  <a:schemeClr val="accent5"/>
                </a:solidFill>
                <a:latin typeface="メイリオ" panose="020B0604030504040204" pitchFamily="50" charset="-128"/>
                <a:ea typeface="メイリオ" panose="020B0604030504040204" pitchFamily="50" charset="-128"/>
              </a:rPr>
              <a:t>・変更が発生するたび、データ修正の手間</a:t>
            </a:r>
            <a:r>
              <a:rPr lang="ja-JP" altLang="en-US" sz="2400" b="1" dirty="0">
                <a:solidFill>
                  <a:schemeClr val="accent5"/>
                </a:solidFill>
                <a:latin typeface="メイリオ" panose="020B0604030504040204" pitchFamily="50" charset="-128"/>
                <a:ea typeface="メイリオ" panose="020B0604030504040204" pitchFamily="50" charset="-128"/>
              </a:rPr>
              <a:t>が</a:t>
            </a:r>
            <a:r>
              <a:rPr lang="ja-JP" altLang="en-US" sz="2400" b="1" dirty="0" smtClean="0">
                <a:solidFill>
                  <a:schemeClr val="accent5"/>
                </a:solidFill>
                <a:latin typeface="メイリオ" panose="020B0604030504040204" pitchFamily="50" charset="-128"/>
                <a:ea typeface="メイリオ" panose="020B0604030504040204" pitchFamily="50" charset="-128"/>
              </a:rPr>
              <a:t>かかる</a:t>
            </a:r>
            <a:endParaRPr lang="en-US" altLang="ja-JP" sz="2400" b="1" dirty="0" smtClean="0">
              <a:solidFill>
                <a:schemeClr val="accent5"/>
              </a:solidFill>
              <a:latin typeface="メイリオ" panose="020B0604030504040204" pitchFamily="50" charset="-128"/>
              <a:ea typeface="メイリオ" panose="020B0604030504040204" pitchFamily="50" charset="-128"/>
            </a:endParaRPr>
          </a:p>
          <a:p>
            <a:pPr>
              <a:lnSpc>
                <a:spcPct val="150000"/>
              </a:lnSpc>
            </a:pPr>
            <a:r>
              <a:rPr lang="ja-JP" altLang="en-US" sz="2400" b="1" dirty="0">
                <a:solidFill>
                  <a:schemeClr val="accent5"/>
                </a:solidFill>
                <a:latin typeface="メイリオ" panose="020B0604030504040204" pitchFamily="50" charset="-128"/>
                <a:ea typeface="メイリオ" panose="020B0604030504040204" pitchFamily="50" charset="-128"/>
              </a:rPr>
              <a:t>・データを加工するマクロの管理も</a:t>
            </a:r>
            <a:r>
              <a:rPr lang="ja-JP" altLang="en-US" sz="2400" b="1" dirty="0" smtClean="0">
                <a:solidFill>
                  <a:schemeClr val="accent5"/>
                </a:solidFill>
                <a:latin typeface="メイリオ" panose="020B0604030504040204" pitchFamily="50" charset="-128"/>
                <a:ea typeface="メイリオ" panose="020B0604030504040204" pitchFamily="50" charset="-128"/>
              </a:rPr>
              <a:t>大変</a:t>
            </a:r>
            <a:endParaRPr lang="en-US" altLang="ja-JP" sz="2400" b="1" dirty="0">
              <a:solidFill>
                <a:schemeClr val="accent5"/>
              </a:solidFill>
              <a:latin typeface="メイリオ" panose="020B0604030504040204" pitchFamily="50" charset="-128"/>
              <a:ea typeface="メイリオ" panose="020B0604030504040204" pitchFamily="50" charset="-128"/>
            </a:endParaRPr>
          </a:p>
        </p:txBody>
      </p:sp>
      <p:sp>
        <p:nvSpPr>
          <p:cNvPr id="10" name="タイトル 3"/>
          <p:cNvSpPr txBox="1">
            <a:spLocks/>
          </p:cNvSpPr>
          <p:nvPr/>
        </p:nvSpPr>
        <p:spPr>
          <a:xfrm>
            <a:off x="742771" y="697218"/>
            <a:ext cx="11293475" cy="5302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2800" b="1" dirty="0" smtClean="0">
                <a:solidFill>
                  <a:schemeClr val="tx1">
                    <a:lumMod val="65000"/>
                    <a:lumOff val="35000"/>
                  </a:schemeClr>
                </a:solidFill>
                <a:latin typeface="メイリオ" panose="020B0604030504040204" pitchFamily="50" charset="-128"/>
                <a:ea typeface="メイリオ" panose="020B0604030504040204" pitchFamily="50" charset="-128"/>
              </a:rPr>
              <a:t>ご提案の背景</a:t>
            </a:r>
            <a:endParaRPr lang="en-US" altLang="ja-JP" sz="2800" b="1" dirty="0" smtClean="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8" name="図 7"/>
          <p:cNvPicPr>
            <a:picLocks noChangeAspect="1"/>
          </p:cNvPicPr>
          <p:nvPr/>
        </p:nvPicPr>
        <p:blipFill rotWithShape="1">
          <a:blip r:embed="rId2">
            <a:extLst>
              <a:ext uri="{28A0092B-C50C-407E-A947-70E740481C1C}">
                <a14:useLocalDpi xmlns:a14="http://schemas.microsoft.com/office/drawing/2010/main" val="0"/>
              </a:ext>
            </a:extLst>
          </a:blip>
          <a:srcRect l="43421" r="28733" b="55292"/>
          <a:stretch/>
        </p:blipFill>
        <p:spPr>
          <a:xfrm rot="167147">
            <a:off x="899663" y="2730734"/>
            <a:ext cx="2109355" cy="3386592"/>
          </a:xfrm>
          <a:prstGeom prst="rect">
            <a:avLst/>
          </a:prstGeom>
        </p:spPr>
      </p:pic>
      <p:pic>
        <p:nvPicPr>
          <p:cNvPr id="11" name="図 10"/>
          <p:cNvPicPr>
            <a:picLocks noChangeAspect="1"/>
          </p:cNvPicPr>
          <p:nvPr/>
        </p:nvPicPr>
        <p:blipFill rotWithShape="1">
          <a:blip r:embed="rId2">
            <a:extLst>
              <a:ext uri="{28A0092B-C50C-407E-A947-70E740481C1C}">
                <a14:useLocalDpi xmlns:a14="http://schemas.microsoft.com/office/drawing/2010/main" val="0"/>
              </a:ext>
            </a:extLst>
          </a:blip>
          <a:srcRect l="26302" r="58538" b="56363"/>
          <a:stretch/>
        </p:blipFill>
        <p:spPr>
          <a:xfrm rot="3770835">
            <a:off x="1520726" y="1652794"/>
            <a:ext cx="696010" cy="2003394"/>
          </a:xfrm>
          <a:prstGeom prst="rect">
            <a:avLst/>
          </a:prstGeom>
        </p:spPr>
      </p:pic>
    </p:spTree>
    <p:extLst>
      <p:ext uri="{BB962C8B-B14F-4D97-AF65-F5344CB8AC3E}">
        <p14:creationId xmlns:p14="http://schemas.microsoft.com/office/powerpoint/2010/main" val="17082675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 name="正方形/長方形 177"/>
          <p:cNvSpPr/>
          <p:nvPr/>
        </p:nvSpPr>
        <p:spPr>
          <a:xfrm>
            <a:off x="3237384" y="5341707"/>
            <a:ext cx="7859790" cy="917259"/>
          </a:xfrm>
          <a:prstGeom prst="rect">
            <a:avLst/>
          </a:prstGeom>
          <a:solidFill>
            <a:srgbClr val="FEE2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5" name="表 4"/>
          <p:cNvGraphicFramePr>
            <a:graphicFrameLocks noGrp="1"/>
          </p:cNvGraphicFramePr>
          <p:nvPr>
            <p:extLst>
              <p:ext uri="{D42A27DB-BD31-4B8C-83A1-F6EECF244321}">
                <p14:modId xmlns:p14="http://schemas.microsoft.com/office/powerpoint/2010/main" val="3794010067"/>
              </p:ext>
            </p:extLst>
          </p:nvPr>
        </p:nvGraphicFramePr>
        <p:xfrm>
          <a:off x="957934" y="1449088"/>
          <a:ext cx="10215330" cy="3681212"/>
        </p:xfrm>
        <a:graphic>
          <a:graphicData uri="http://schemas.openxmlformats.org/drawingml/2006/table">
            <a:tbl>
              <a:tblPr firstRow="1" bandRow="1">
                <a:tableStyleId>{5C22544A-7EE6-4342-B048-85BDC9FD1C3A}</a:tableStyleId>
              </a:tblPr>
              <a:tblGrid>
                <a:gridCol w="5107665">
                  <a:extLst>
                    <a:ext uri="{9D8B030D-6E8A-4147-A177-3AD203B41FA5}">
                      <a16:colId xmlns:a16="http://schemas.microsoft.com/office/drawing/2014/main" val="934923893"/>
                    </a:ext>
                  </a:extLst>
                </a:gridCol>
                <a:gridCol w="5107665">
                  <a:extLst>
                    <a:ext uri="{9D8B030D-6E8A-4147-A177-3AD203B41FA5}">
                      <a16:colId xmlns:a16="http://schemas.microsoft.com/office/drawing/2014/main" val="2685603021"/>
                    </a:ext>
                  </a:extLst>
                </a:gridCol>
              </a:tblGrid>
              <a:tr h="1840606">
                <a:tc>
                  <a:txBody>
                    <a:bodyPr/>
                    <a:lstStyle/>
                    <a:p>
                      <a:endParaRPr kumimoji="1" lang="ja-JP" altLang="en-US" dirty="0"/>
                    </a:p>
                  </a:txBody>
                  <a:tcPr>
                    <a:lnL w="28575" cap="flat" cmpd="sng" algn="ctr">
                      <a:solidFill>
                        <a:schemeClr val="tx2">
                          <a:lumMod val="40000"/>
                          <a:lumOff val="60000"/>
                        </a:schemeClr>
                      </a:solidFill>
                      <a:prstDash val="solid"/>
                      <a:round/>
                      <a:headEnd type="none" w="med" len="med"/>
                      <a:tailEnd type="none" w="med" len="med"/>
                    </a:lnL>
                    <a:lnR w="28575" cap="flat" cmpd="sng" algn="ctr">
                      <a:solidFill>
                        <a:schemeClr val="tx2">
                          <a:lumMod val="40000"/>
                          <a:lumOff val="60000"/>
                        </a:schemeClr>
                      </a:solidFill>
                      <a:prstDash val="solid"/>
                      <a:round/>
                      <a:headEnd type="none" w="med" len="med"/>
                      <a:tailEnd type="none" w="med" len="med"/>
                    </a:lnR>
                    <a:lnT w="28575" cap="flat" cmpd="sng" algn="ctr">
                      <a:solidFill>
                        <a:schemeClr val="tx2">
                          <a:lumMod val="40000"/>
                          <a:lumOff val="60000"/>
                        </a:schemeClr>
                      </a:solidFill>
                      <a:prstDash val="solid"/>
                      <a:round/>
                      <a:headEnd type="none" w="med" len="med"/>
                      <a:tailEnd type="none" w="med" len="med"/>
                    </a:lnT>
                    <a:lnB w="28575" cap="flat" cmpd="sng" algn="ctr">
                      <a:solidFill>
                        <a:schemeClr val="tx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rgbClr val="ECF4F8"/>
                    </a:solidFill>
                  </a:tcPr>
                </a:tc>
                <a:tc>
                  <a:txBody>
                    <a:bodyPr/>
                    <a:lstStyle/>
                    <a:p>
                      <a:endParaRPr kumimoji="1" lang="ja-JP" altLang="en-US" dirty="0"/>
                    </a:p>
                  </a:txBody>
                  <a:tcPr>
                    <a:lnL w="28575" cap="flat" cmpd="sng" algn="ctr">
                      <a:solidFill>
                        <a:schemeClr val="tx2">
                          <a:lumMod val="40000"/>
                          <a:lumOff val="60000"/>
                        </a:schemeClr>
                      </a:solidFill>
                      <a:prstDash val="solid"/>
                      <a:round/>
                      <a:headEnd type="none" w="med" len="med"/>
                      <a:tailEnd type="none" w="med" len="med"/>
                    </a:lnL>
                    <a:lnR w="28575" cap="flat" cmpd="sng" algn="ctr">
                      <a:solidFill>
                        <a:schemeClr val="tx2">
                          <a:lumMod val="40000"/>
                          <a:lumOff val="60000"/>
                        </a:schemeClr>
                      </a:solidFill>
                      <a:prstDash val="solid"/>
                      <a:round/>
                      <a:headEnd type="none" w="med" len="med"/>
                      <a:tailEnd type="none" w="med" len="med"/>
                    </a:lnR>
                    <a:lnT w="28575" cap="flat" cmpd="sng" algn="ctr">
                      <a:solidFill>
                        <a:schemeClr val="tx2">
                          <a:lumMod val="40000"/>
                          <a:lumOff val="60000"/>
                        </a:schemeClr>
                      </a:solidFill>
                      <a:prstDash val="solid"/>
                      <a:round/>
                      <a:headEnd type="none" w="med" len="med"/>
                      <a:tailEnd type="none" w="med" len="med"/>
                    </a:lnT>
                    <a:lnB w="28575" cap="flat" cmpd="sng" algn="ctr">
                      <a:solidFill>
                        <a:schemeClr val="tx2">
                          <a:lumMod val="40000"/>
                          <a:lumOff val="60000"/>
                        </a:schemeClr>
                      </a:solidFill>
                      <a:prstDash val="solid"/>
                      <a:round/>
                      <a:headEnd type="none" w="med" len="med"/>
                      <a:tailEnd type="none" w="med" len="med"/>
                    </a:lnB>
                    <a:solidFill>
                      <a:srgbClr val="ECF4F8"/>
                    </a:solidFill>
                  </a:tcPr>
                </a:tc>
                <a:extLst>
                  <a:ext uri="{0D108BD9-81ED-4DB2-BD59-A6C34878D82A}">
                    <a16:rowId xmlns:a16="http://schemas.microsoft.com/office/drawing/2014/main" val="467195058"/>
                  </a:ext>
                </a:extLst>
              </a:tr>
              <a:tr h="1840606">
                <a:tc>
                  <a:txBody>
                    <a:bodyPr/>
                    <a:lstStyle/>
                    <a:p>
                      <a:endParaRPr kumimoji="1" lang="ja-JP" altLang="en-US" dirty="0"/>
                    </a:p>
                  </a:txBody>
                  <a:tcPr>
                    <a:lnL w="28575" cap="flat" cmpd="sng" algn="ctr">
                      <a:solidFill>
                        <a:schemeClr val="tx2">
                          <a:lumMod val="40000"/>
                          <a:lumOff val="60000"/>
                        </a:schemeClr>
                      </a:solidFill>
                      <a:prstDash val="solid"/>
                      <a:round/>
                      <a:headEnd type="none" w="med" len="med"/>
                      <a:tailEnd type="none" w="med" len="med"/>
                    </a:lnL>
                    <a:lnR w="28575" cap="flat" cmpd="sng" algn="ctr">
                      <a:solidFill>
                        <a:schemeClr val="tx2">
                          <a:lumMod val="40000"/>
                          <a:lumOff val="60000"/>
                        </a:schemeClr>
                      </a:solidFill>
                      <a:prstDash val="solid"/>
                      <a:round/>
                      <a:headEnd type="none" w="med" len="med"/>
                      <a:tailEnd type="none" w="med" len="med"/>
                    </a:lnR>
                    <a:lnT w="28575" cap="flat" cmpd="sng" algn="ctr">
                      <a:solidFill>
                        <a:schemeClr val="tx2">
                          <a:lumMod val="40000"/>
                          <a:lumOff val="60000"/>
                        </a:schemeClr>
                      </a:solidFill>
                      <a:prstDash val="solid"/>
                      <a:round/>
                      <a:headEnd type="none" w="med" len="med"/>
                      <a:tailEnd type="none" w="med" len="med"/>
                    </a:lnT>
                    <a:lnB w="28575" cap="flat" cmpd="sng" algn="ctr">
                      <a:solidFill>
                        <a:schemeClr val="tx2">
                          <a:lumMod val="40000"/>
                          <a:lumOff val="60000"/>
                        </a:schemeClr>
                      </a:solidFill>
                      <a:prstDash val="solid"/>
                      <a:round/>
                      <a:headEnd type="none" w="med" len="med"/>
                      <a:tailEnd type="none" w="med" len="med"/>
                    </a:lnB>
                    <a:solidFill>
                      <a:srgbClr val="ECF4F8"/>
                    </a:solidFill>
                  </a:tcPr>
                </a:tc>
                <a:tc>
                  <a:txBody>
                    <a:bodyPr/>
                    <a:lstStyle/>
                    <a:p>
                      <a:endParaRPr kumimoji="1" lang="ja-JP" altLang="en-US" dirty="0"/>
                    </a:p>
                  </a:txBody>
                  <a:tcPr>
                    <a:lnL w="28575" cap="flat" cmpd="sng" algn="ctr">
                      <a:solidFill>
                        <a:schemeClr val="tx2">
                          <a:lumMod val="40000"/>
                          <a:lumOff val="60000"/>
                        </a:schemeClr>
                      </a:solidFill>
                      <a:prstDash val="solid"/>
                      <a:round/>
                      <a:headEnd type="none" w="med" len="med"/>
                      <a:tailEnd type="none" w="med" len="med"/>
                    </a:lnL>
                    <a:lnR w="28575" cap="flat" cmpd="sng" algn="ctr">
                      <a:solidFill>
                        <a:schemeClr val="tx2">
                          <a:lumMod val="40000"/>
                          <a:lumOff val="60000"/>
                        </a:schemeClr>
                      </a:solidFill>
                      <a:prstDash val="solid"/>
                      <a:round/>
                      <a:headEnd type="none" w="med" len="med"/>
                      <a:tailEnd type="none" w="med" len="med"/>
                    </a:lnR>
                    <a:lnT w="28575" cap="flat" cmpd="sng" algn="ctr">
                      <a:solidFill>
                        <a:schemeClr val="tx2">
                          <a:lumMod val="40000"/>
                          <a:lumOff val="60000"/>
                        </a:schemeClr>
                      </a:solidFill>
                      <a:prstDash val="solid"/>
                      <a:round/>
                      <a:headEnd type="none" w="med" len="med"/>
                      <a:tailEnd type="none" w="med" len="med"/>
                    </a:lnT>
                    <a:lnB w="28575" cap="flat" cmpd="sng" algn="ctr">
                      <a:solidFill>
                        <a:schemeClr val="tx2">
                          <a:lumMod val="40000"/>
                          <a:lumOff val="60000"/>
                        </a:schemeClr>
                      </a:solidFill>
                      <a:prstDash val="solid"/>
                      <a:round/>
                      <a:headEnd type="none" w="med" len="med"/>
                      <a:tailEnd type="none" w="med" len="med"/>
                    </a:lnB>
                    <a:solidFill>
                      <a:srgbClr val="ECF4F8"/>
                    </a:solidFill>
                  </a:tcPr>
                </a:tc>
                <a:extLst>
                  <a:ext uri="{0D108BD9-81ED-4DB2-BD59-A6C34878D82A}">
                    <a16:rowId xmlns:a16="http://schemas.microsoft.com/office/drawing/2014/main" val="1405008408"/>
                  </a:ext>
                </a:extLst>
              </a:tr>
            </a:tbl>
          </a:graphicData>
        </a:graphic>
      </p:graphicFrame>
      <p:grpSp>
        <p:nvGrpSpPr>
          <p:cNvPr id="16" name="グループ化 15"/>
          <p:cNvGrpSpPr/>
          <p:nvPr/>
        </p:nvGrpSpPr>
        <p:grpSpPr>
          <a:xfrm>
            <a:off x="3944289" y="1689865"/>
            <a:ext cx="1862683" cy="1520958"/>
            <a:chOff x="3835951" y="1932816"/>
            <a:chExt cx="1800017" cy="1486182"/>
          </a:xfrm>
        </p:grpSpPr>
        <p:pic>
          <p:nvPicPr>
            <p:cNvPr id="14" name="図 1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35951" y="1932816"/>
              <a:ext cx="1800017" cy="1486182"/>
            </a:xfrm>
            <a:prstGeom prst="rect">
              <a:avLst/>
            </a:prstGeom>
          </p:spPr>
        </p:pic>
        <p:sp>
          <p:nvSpPr>
            <p:cNvPr id="15" name="正方形/長方形 14"/>
            <p:cNvSpPr/>
            <p:nvPr/>
          </p:nvSpPr>
          <p:spPr>
            <a:xfrm>
              <a:off x="4135811" y="2090771"/>
              <a:ext cx="1317560" cy="7285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8" name="正方形/長方形 17"/>
          <p:cNvSpPr/>
          <p:nvPr/>
        </p:nvSpPr>
        <p:spPr>
          <a:xfrm>
            <a:off x="5728217" y="2987278"/>
            <a:ext cx="323638" cy="288508"/>
          </a:xfrm>
          <a:prstGeom prst="rect">
            <a:avLst/>
          </a:prstGeom>
          <a:solidFill>
            <a:schemeClr val="bg1">
              <a:lumMod val="5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ja-JP" dirty="0" smtClean="0"/>
              <a:t>1</a:t>
            </a:r>
            <a:endParaRPr kumimoji="1" lang="ja-JP" altLang="en-US" dirty="0"/>
          </a:p>
        </p:txBody>
      </p:sp>
      <p:sp>
        <p:nvSpPr>
          <p:cNvPr id="2" name="タイトル 3"/>
          <p:cNvSpPr txBox="1">
            <a:spLocks/>
          </p:cNvSpPr>
          <p:nvPr/>
        </p:nvSpPr>
        <p:spPr>
          <a:xfrm>
            <a:off x="742771" y="697218"/>
            <a:ext cx="11293475" cy="5302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2800" b="1" dirty="0" smtClean="0">
                <a:solidFill>
                  <a:schemeClr val="tx1">
                    <a:lumMod val="65000"/>
                    <a:lumOff val="35000"/>
                  </a:schemeClr>
                </a:solidFill>
                <a:latin typeface="メイリオ" panose="020B0604030504040204" pitchFamily="50" charset="-128"/>
                <a:ea typeface="メイリオ" panose="020B0604030504040204" pitchFamily="50" charset="-128"/>
              </a:rPr>
              <a:t>現状の運用フロー</a:t>
            </a:r>
            <a:endParaRPr lang="en-US" altLang="ja-JP" sz="2800" b="1" dirty="0" smtClean="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40" name="テキスト ボックス 39"/>
          <p:cNvSpPr txBox="1"/>
          <p:nvPr/>
        </p:nvSpPr>
        <p:spPr>
          <a:xfrm>
            <a:off x="1170626" y="1942713"/>
            <a:ext cx="2566174" cy="830997"/>
          </a:xfrm>
          <a:prstGeom prst="rect">
            <a:avLst/>
          </a:prstGeom>
          <a:noFill/>
        </p:spPr>
        <p:txBody>
          <a:bodyPr wrap="square" rtlCol="0">
            <a:spAutoFit/>
          </a:bodyPr>
          <a:lstStyle/>
          <a:p>
            <a:r>
              <a:rPr kumimoji="1" lang="ja-JP" altLang="en-US" sz="1600" b="1" dirty="0" smtClean="0">
                <a:solidFill>
                  <a:schemeClr val="tx1">
                    <a:lumMod val="65000"/>
                    <a:lumOff val="35000"/>
                  </a:schemeClr>
                </a:solidFill>
                <a:latin typeface="メイリオ" panose="020B0604030504040204" pitchFamily="50" charset="-128"/>
                <a:ea typeface="メイリオ" panose="020B0604030504040204" pitchFamily="50" charset="-128"/>
              </a:rPr>
              <a:t>・当月フォルダ作成</a:t>
            </a:r>
            <a:endParaRPr kumimoji="1" lang="en-US" altLang="ja-JP" sz="1600" b="1" dirty="0" smtClean="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600" b="1" dirty="0" smtClean="0">
                <a:solidFill>
                  <a:schemeClr val="tx1">
                    <a:lumMod val="65000"/>
                    <a:lumOff val="35000"/>
                  </a:schemeClr>
                </a:solidFill>
                <a:latin typeface="メイリオ" panose="020B0604030504040204" pitchFamily="50" charset="-128"/>
                <a:ea typeface="メイリオ" panose="020B0604030504040204" pitchFamily="50" charset="-128"/>
              </a:rPr>
              <a:t>・ファイル準備</a:t>
            </a:r>
            <a:endParaRPr lang="en-US" altLang="ja-JP" sz="1600" b="1" dirty="0" smtClean="0">
              <a:solidFill>
                <a:schemeClr val="tx1">
                  <a:lumMod val="65000"/>
                  <a:lumOff val="35000"/>
                </a:schemeClr>
              </a:solidFill>
              <a:latin typeface="メイリオ" panose="020B0604030504040204" pitchFamily="50" charset="-128"/>
              <a:ea typeface="メイリオ" panose="020B0604030504040204" pitchFamily="50" charset="-128"/>
            </a:endParaRPr>
          </a:p>
          <a:p>
            <a:r>
              <a:rPr kumimoji="1" lang="ja-JP" altLang="en-US" sz="1600" b="1" dirty="0" smtClean="0">
                <a:solidFill>
                  <a:schemeClr val="tx1">
                    <a:lumMod val="65000"/>
                    <a:lumOff val="35000"/>
                  </a:schemeClr>
                </a:solidFill>
                <a:latin typeface="メイリオ" panose="020B0604030504040204" pitchFamily="50" charset="-128"/>
                <a:ea typeface="メイリオ" panose="020B0604030504040204" pitchFamily="50" charset="-128"/>
              </a:rPr>
              <a:t>・前月</a:t>
            </a:r>
            <a:r>
              <a:rPr kumimoji="1" lang="en-US" altLang="ja-JP" sz="1600" b="1" dirty="0" smtClean="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600" b="1" dirty="0">
                <a:solidFill>
                  <a:schemeClr val="tx1">
                    <a:lumMod val="65000"/>
                    <a:lumOff val="35000"/>
                  </a:schemeClr>
                </a:solidFill>
                <a:latin typeface="メイリオ" panose="020B0604030504040204" pitchFamily="50" charset="-128"/>
                <a:ea typeface="メイリオ" panose="020B0604030504040204" pitchFamily="50" charset="-128"/>
              </a:rPr>
              <a:t>前年</a:t>
            </a:r>
            <a:r>
              <a:rPr lang="ja-JP" altLang="en-US" sz="1600" b="1" dirty="0" smtClean="0">
                <a:solidFill>
                  <a:schemeClr val="tx1">
                    <a:lumMod val="65000"/>
                    <a:lumOff val="35000"/>
                  </a:schemeClr>
                </a:solidFill>
                <a:latin typeface="メイリオ" panose="020B0604030504040204" pitchFamily="50" charset="-128"/>
                <a:ea typeface="メイリオ" panose="020B0604030504040204" pitchFamily="50" charset="-128"/>
              </a:rPr>
              <a:t>データコピー</a:t>
            </a:r>
            <a:endParaRPr kumimoji="1" lang="ja-JP" altLang="en-US" sz="160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43" name="テキスト ボックス 42"/>
          <p:cNvSpPr txBox="1"/>
          <p:nvPr/>
        </p:nvSpPr>
        <p:spPr>
          <a:xfrm>
            <a:off x="8706246" y="1828330"/>
            <a:ext cx="2390928" cy="1077218"/>
          </a:xfrm>
          <a:prstGeom prst="rect">
            <a:avLst/>
          </a:prstGeom>
          <a:noFill/>
        </p:spPr>
        <p:txBody>
          <a:bodyPr wrap="square" rtlCol="0">
            <a:spAutoFit/>
          </a:bodyPr>
          <a:lstStyle/>
          <a:p>
            <a:r>
              <a:rPr lang="ja-JP" altLang="en-US" sz="1600" b="1" dirty="0" smtClean="0">
                <a:solidFill>
                  <a:schemeClr val="tx1">
                    <a:lumMod val="65000"/>
                    <a:lumOff val="35000"/>
                  </a:schemeClr>
                </a:solidFill>
                <a:latin typeface="メイリオ" panose="020B0604030504040204" pitchFamily="50" charset="-128"/>
                <a:ea typeface="メイリオ" panose="020B0604030504040204" pitchFamily="50" charset="-128"/>
              </a:rPr>
              <a:t>①</a:t>
            </a:r>
            <a:r>
              <a:rPr lang="en-US" altLang="ja-JP" sz="1600" b="1" dirty="0" smtClean="0">
                <a:solidFill>
                  <a:schemeClr val="tx1">
                    <a:lumMod val="65000"/>
                    <a:lumOff val="35000"/>
                  </a:schemeClr>
                </a:solidFill>
                <a:latin typeface="メイリオ" panose="020B0604030504040204" pitchFamily="50" charset="-128"/>
                <a:ea typeface="メイリオ" panose="020B0604030504040204" pitchFamily="50" charset="-128"/>
              </a:rPr>
              <a:t>CSV</a:t>
            </a:r>
            <a:r>
              <a:rPr lang="ja-JP" altLang="en-US" sz="1600" b="1" dirty="0" smtClean="0">
                <a:solidFill>
                  <a:schemeClr val="tx1">
                    <a:lumMod val="65000"/>
                    <a:lumOff val="35000"/>
                  </a:schemeClr>
                </a:solidFill>
                <a:latin typeface="メイリオ" panose="020B0604030504040204" pitchFamily="50" charset="-128"/>
                <a:ea typeface="メイリオ" panose="020B0604030504040204" pitchFamily="50" charset="-128"/>
              </a:rPr>
              <a:t>データ取り込み</a:t>
            </a:r>
            <a:endParaRPr lang="en-US" altLang="ja-JP" sz="1600" b="1" dirty="0" smtClean="0">
              <a:solidFill>
                <a:schemeClr val="tx1">
                  <a:lumMod val="65000"/>
                  <a:lumOff val="35000"/>
                </a:schemeClr>
              </a:solidFill>
              <a:latin typeface="メイリオ" panose="020B0604030504040204" pitchFamily="50" charset="-128"/>
              <a:ea typeface="メイリオ" panose="020B0604030504040204" pitchFamily="50" charset="-128"/>
            </a:endParaRPr>
          </a:p>
          <a:p>
            <a:r>
              <a:rPr kumimoji="1" lang="ja-JP" altLang="en-US" sz="1600" b="1" dirty="0" smtClean="0">
                <a:solidFill>
                  <a:schemeClr val="tx1">
                    <a:lumMod val="65000"/>
                    <a:lumOff val="35000"/>
                  </a:schemeClr>
                </a:solidFill>
                <a:latin typeface="メイリオ" panose="020B0604030504040204" pitchFamily="50" charset="-128"/>
                <a:ea typeface="メイリオ" panose="020B0604030504040204" pitchFamily="50" charset="-128"/>
              </a:rPr>
              <a:t>②データ内容の調整</a:t>
            </a:r>
            <a:endParaRPr kumimoji="1" lang="en-US" altLang="ja-JP" sz="1600" b="1" dirty="0" smtClean="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600" b="1" dirty="0" smtClean="0">
                <a:solidFill>
                  <a:schemeClr val="tx1">
                    <a:lumMod val="65000"/>
                    <a:lumOff val="35000"/>
                  </a:schemeClr>
                </a:solidFill>
                <a:latin typeface="メイリオ" panose="020B0604030504040204" pitchFamily="50" charset="-128"/>
                <a:ea typeface="メイリオ" panose="020B0604030504040204" pitchFamily="50" charset="-128"/>
              </a:rPr>
              <a:t>③マクロ</a:t>
            </a:r>
            <a:r>
              <a:rPr lang="ja-JP" altLang="en-US" sz="1600" b="1" dirty="0">
                <a:solidFill>
                  <a:schemeClr val="tx1">
                    <a:lumMod val="65000"/>
                    <a:lumOff val="35000"/>
                  </a:schemeClr>
                </a:solidFill>
                <a:latin typeface="メイリオ" panose="020B0604030504040204" pitchFamily="50" charset="-128"/>
                <a:ea typeface="メイリオ" panose="020B0604030504040204" pitchFamily="50" charset="-128"/>
              </a:rPr>
              <a:t>実行</a:t>
            </a:r>
          </a:p>
          <a:p>
            <a:endParaRPr kumimoji="1" lang="ja-JP" altLang="en-US" sz="160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2" name="テキスト ボックス 51"/>
          <p:cNvSpPr txBox="1"/>
          <p:nvPr/>
        </p:nvSpPr>
        <p:spPr>
          <a:xfrm>
            <a:off x="6050862" y="1616485"/>
            <a:ext cx="1800629" cy="338554"/>
          </a:xfrm>
          <a:prstGeom prst="rect">
            <a:avLst/>
          </a:prstGeom>
          <a:noFill/>
        </p:spPr>
        <p:txBody>
          <a:bodyPr wrap="square" rtlCol="0">
            <a:spAutoFit/>
          </a:bodyPr>
          <a:lstStyle/>
          <a:p>
            <a:pPr algn="ctr"/>
            <a:r>
              <a:rPr lang="en-US" altLang="ja-JP" sz="1600" b="1" dirty="0" smtClean="0">
                <a:solidFill>
                  <a:srgbClr val="C00000"/>
                </a:solidFill>
                <a:latin typeface="メイリオ" panose="020B0604030504040204" pitchFamily="50" charset="-128"/>
                <a:ea typeface="メイリオ" panose="020B0604030504040204" pitchFamily="50" charset="-128"/>
              </a:rPr>
              <a:t>MO</a:t>
            </a:r>
            <a:r>
              <a:rPr lang="ja-JP" altLang="en-US" sz="1600" b="1" dirty="0" smtClean="0">
                <a:solidFill>
                  <a:srgbClr val="C00000"/>
                </a:solidFill>
                <a:latin typeface="メイリオ" panose="020B0604030504040204" pitchFamily="50" charset="-128"/>
                <a:ea typeface="メイリオ" panose="020B0604030504040204" pitchFamily="50" charset="-128"/>
              </a:rPr>
              <a:t>報告光熱費</a:t>
            </a:r>
            <a:endParaRPr kumimoji="1" lang="ja-JP" altLang="en-US" sz="1600" b="1" dirty="0">
              <a:solidFill>
                <a:srgbClr val="C00000"/>
              </a:solidFill>
              <a:latin typeface="メイリオ" panose="020B0604030504040204" pitchFamily="50" charset="-128"/>
              <a:ea typeface="メイリオ" panose="020B0604030504040204" pitchFamily="50" charset="-128"/>
            </a:endParaRPr>
          </a:p>
        </p:txBody>
      </p:sp>
      <p:sp>
        <p:nvSpPr>
          <p:cNvPr id="53" name="テキスト ボックス 52"/>
          <p:cNvSpPr txBox="1"/>
          <p:nvPr/>
        </p:nvSpPr>
        <p:spPr>
          <a:xfrm>
            <a:off x="883798" y="3418405"/>
            <a:ext cx="3038427" cy="338554"/>
          </a:xfrm>
          <a:prstGeom prst="rect">
            <a:avLst/>
          </a:prstGeom>
          <a:noFill/>
        </p:spPr>
        <p:txBody>
          <a:bodyPr wrap="square" rtlCol="0">
            <a:spAutoFit/>
          </a:bodyPr>
          <a:lstStyle/>
          <a:p>
            <a:pPr algn="ctr"/>
            <a:r>
              <a:rPr lang="ja-JP" altLang="en-US" sz="1600" b="1" dirty="0" smtClean="0">
                <a:solidFill>
                  <a:srgbClr val="C00000"/>
                </a:solidFill>
                <a:latin typeface="メイリオ" panose="020B0604030504040204" pitchFamily="50" charset="-128"/>
                <a:ea typeface="メイリオ" panose="020B0604030504040204" pitchFamily="50" charset="-128"/>
              </a:rPr>
              <a:t>計算用</a:t>
            </a:r>
            <a:r>
              <a:rPr lang="ja-JP" altLang="en-US" sz="1600" b="1" dirty="0">
                <a:solidFill>
                  <a:srgbClr val="C00000"/>
                </a:solidFill>
                <a:latin typeface="メイリオ" panose="020B0604030504040204" pitchFamily="50" charset="-128"/>
                <a:ea typeface="メイリオ" panose="020B0604030504040204" pitchFamily="50" charset="-128"/>
              </a:rPr>
              <a:t>管理変動費マスター</a:t>
            </a:r>
            <a:endParaRPr kumimoji="1" lang="ja-JP" altLang="en-US" sz="1600" b="1" dirty="0">
              <a:solidFill>
                <a:srgbClr val="C00000"/>
              </a:solidFill>
              <a:latin typeface="メイリオ" panose="020B0604030504040204" pitchFamily="50" charset="-128"/>
              <a:ea typeface="メイリオ" panose="020B0604030504040204" pitchFamily="50" charset="-128"/>
            </a:endParaRPr>
          </a:p>
        </p:txBody>
      </p:sp>
      <p:sp>
        <p:nvSpPr>
          <p:cNvPr id="54" name="テキスト ボックス 53"/>
          <p:cNvSpPr txBox="1"/>
          <p:nvPr/>
        </p:nvSpPr>
        <p:spPr>
          <a:xfrm>
            <a:off x="6536782" y="2687893"/>
            <a:ext cx="4634578" cy="584775"/>
          </a:xfrm>
          <a:prstGeom prst="rect">
            <a:avLst/>
          </a:prstGeom>
          <a:noFill/>
        </p:spPr>
        <p:txBody>
          <a:bodyPr wrap="square" rtlCol="0">
            <a:spAutoFit/>
          </a:bodyPr>
          <a:lstStyle/>
          <a:p>
            <a:pPr algn="r"/>
            <a:r>
              <a:rPr lang="ja-JP" altLang="en-US" sz="1600" b="1" dirty="0" smtClean="0">
                <a:solidFill>
                  <a:schemeClr val="accent5"/>
                </a:solidFill>
                <a:latin typeface="メイリオ" panose="020B0604030504040204" pitchFamily="50" charset="-128"/>
                <a:ea typeface="メイリオ" panose="020B0604030504040204" pitchFamily="50" charset="-128"/>
              </a:rPr>
              <a:t>計算用管理変動費マスターへ</a:t>
            </a:r>
            <a:endParaRPr lang="en-US" altLang="ja-JP" sz="1600" b="1" dirty="0" smtClean="0">
              <a:solidFill>
                <a:schemeClr val="accent5"/>
              </a:solidFill>
              <a:latin typeface="メイリオ" panose="020B0604030504040204" pitchFamily="50" charset="-128"/>
              <a:ea typeface="メイリオ" panose="020B0604030504040204" pitchFamily="50" charset="-128"/>
            </a:endParaRPr>
          </a:p>
          <a:p>
            <a:pPr algn="r"/>
            <a:r>
              <a:rPr lang="ja-JP" altLang="en-US" sz="1600" b="1" dirty="0" smtClean="0">
                <a:solidFill>
                  <a:schemeClr val="accent5"/>
                </a:solidFill>
                <a:latin typeface="メイリオ" panose="020B0604030504040204" pitchFamily="50" charset="-128"/>
                <a:ea typeface="メイリオ" panose="020B0604030504040204" pitchFamily="50" charset="-128"/>
              </a:rPr>
              <a:t>データ転記</a:t>
            </a:r>
            <a:endParaRPr kumimoji="1" lang="ja-JP" altLang="en-US" sz="1600" b="1" dirty="0">
              <a:solidFill>
                <a:schemeClr val="accent5"/>
              </a:solidFill>
              <a:latin typeface="メイリオ" panose="020B0604030504040204" pitchFamily="50" charset="-128"/>
              <a:ea typeface="メイリオ" panose="020B0604030504040204" pitchFamily="50" charset="-128"/>
            </a:endParaRPr>
          </a:p>
        </p:txBody>
      </p:sp>
      <p:sp>
        <p:nvSpPr>
          <p:cNvPr id="64" name="テキスト ボックス 63"/>
          <p:cNvSpPr txBox="1"/>
          <p:nvPr/>
        </p:nvSpPr>
        <p:spPr>
          <a:xfrm>
            <a:off x="3515207" y="3975173"/>
            <a:ext cx="1290573" cy="338554"/>
          </a:xfrm>
          <a:prstGeom prst="rect">
            <a:avLst/>
          </a:prstGeom>
          <a:noFill/>
        </p:spPr>
        <p:txBody>
          <a:bodyPr wrap="square" rtlCol="0">
            <a:spAutoFit/>
          </a:bodyPr>
          <a:lstStyle/>
          <a:p>
            <a:pPr algn="ctr"/>
            <a:r>
              <a:rPr lang="ja-JP" altLang="en-US" sz="1600" b="1" dirty="0" smtClean="0">
                <a:solidFill>
                  <a:schemeClr val="tx1">
                    <a:lumMod val="65000"/>
                    <a:lumOff val="35000"/>
                  </a:schemeClr>
                </a:solidFill>
                <a:latin typeface="メイリオ" panose="020B0604030504040204" pitchFamily="50" charset="-128"/>
                <a:ea typeface="メイリオ" panose="020B0604030504040204" pitchFamily="50" charset="-128"/>
              </a:rPr>
              <a:t>マクロ実行</a:t>
            </a:r>
            <a:endParaRPr kumimoji="1" lang="ja-JP" altLang="en-US" sz="160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63" name="テキスト ボックス 62"/>
          <p:cNvSpPr txBox="1"/>
          <p:nvPr/>
        </p:nvSpPr>
        <p:spPr>
          <a:xfrm>
            <a:off x="3574082" y="4261040"/>
            <a:ext cx="2307825" cy="584775"/>
          </a:xfrm>
          <a:prstGeom prst="rect">
            <a:avLst/>
          </a:prstGeom>
          <a:noFill/>
        </p:spPr>
        <p:txBody>
          <a:bodyPr wrap="square" rtlCol="0">
            <a:spAutoFit/>
          </a:bodyPr>
          <a:lstStyle/>
          <a:p>
            <a:r>
              <a:rPr lang="ja-JP" altLang="en-US" sz="1600" b="1" dirty="0" smtClean="0">
                <a:solidFill>
                  <a:schemeClr val="accent5"/>
                </a:solidFill>
                <a:latin typeface="メイリオ" panose="020B0604030504040204" pitchFamily="50" charset="-128"/>
                <a:ea typeface="メイリオ" panose="020B0604030504040204" pitchFamily="50" charset="-128"/>
              </a:rPr>
              <a:t>管理変動費マスターへ</a:t>
            </a:r>
            <a:endParaRPr lang="en-US" altLang="ja-JP" sz="1600" b="1" dirty="0" smtClean="0">
              <a:solidFill>
                <a:schemeClr val="accent5"/>
              </a:solidFill>
              <a:latin typeface="メイリオ" panose="020B0604030504040204" pitchFamily="50" charset="-128"/>
              <a:ea typeface="メイリオ" panose="020B0604030504040204" pitchFamily="50" charset="-128"/>
            </a:endParaRPr>
          </a:p>
          <a:p>
            <a:r>
              <a:rPr lang="ja-JP" altLang="en-US" sz="1600" b="1" dirty="0" smtClean="0">
                <a:solidFill>
                  <a:schemeClr val="accent5"/>
                </a:solidFill>
                <a:latin typeface="メイリオ" panose="020B0604030504040204" pitchFamily="50" charset="-128"/>
                <a:ea typeface="メイリオ" panose="020B0604030504040204" pitchFamily="50" charset="-128"/>
              </a:rPr>
              <a:t>データ転記</a:t>
            </a:r>
            <a:endParaRPr kumimoji="1" lang="ja-JP" altLang="en-US" sz="1600" b="1" dirty="0">
              <a:solidFill>
                <a:schemeClr val="accent5"/>
              </a:solidFill>
              <a:latin typeface="メイリオ" panose="020B0604030504040204" pitchFamily="50" charset="-128"/>
              <a:ea typeface="メイリオ" panose="020B0604030504040204" pitchFamily="50" charset="-128"/>
            </a:endParaRPr>
          </a:p>
        </p:txBody>
      </p:sp>
      <p:sp>
        <p:nvSpPr>
          <p:cNvPr id="67" name="テキスト ボックス 66"/>
          <p:cNvSpPr txBox="1"/>
          <p:nvPr/>
        </p:nvSpPr>
        <p:spPr>
          <a:xfrm>
            <a:off x="6455150" y="4501078"/>
            <a:ext cx="4660692" cy="584775"/>
          </a:xfrm>
          <a:prstGeom prst="rect">
            <a:avLst/>
          </a:prstGeom>
          <a:noFill/>
        </p:spPr>
        <p:txBody>
          <a:bodyPr wrap="square" rtlCol="0">
            <a:spAutoFit/>
          </a:bodyPr>
          <a:lstStyle/>
          <a:p>
            <a:pPr algn="ctr"/>
            <a:r>
              <a:rPr lang="ja-JP" altLang="en-US" sz="1600" b="1" dirty="0" smtClean="0">
                <a:solidFill>
                  <a:schemeClr val="tx1">
                    <a:lumMod val="65000"/>
                    <a:lumOff val="35000"/>
                  </a:schemeClr>
                </a:solidFill>
                <a:latin typeface="メイリオ" panose="020B0604030504040204" pitchFamily="50" charset="-128"/>
                <a:ea typeface="メイリオ" panose="020B0604030504040204" pitchFamily="50" charset="-128"/>
              </a:rPr>
              <a:t>計算用管理費マスターと管理変動費マスターの</a:t>
            </a:r>
            <a:endParaRPr lang="en-US" altLang="ja-JP" sz="1600" b="1" dirty="0" smtClean="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600" b="1" dirty="0" smtClean="0">
                <a:solidFill>
                  <a:schemeClr val="tx1">
                    <a:lumMod val="65000"/>
                    <a:lumOff val="35000"/>
                  </a:schemeClr>
                </a:solidFill>
                <a:latin typeface="メイリオ" panose="020B0604030504040204" pitchFamily="50" charset="-128"/>
                <a:ea typeface="メイリオ" panose="020B0604030504040204" pitchFamily="50" charset="-128"/>
              </a:rPr>
              <a:t>値を比較・確認、上長の承認後お客様へ送付</a:t>
            </a:r>
            <a:endParaRPr kumimoji="1" lang="ja-JP" altLang="en-US" sz="160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68" name="テキスト ボックス 67"/>
          <p:cNvSpPr txBox="1"/>
          <p:nvPr/>
        </p:nvSpPr>
        <p:spPr>
          <a:xfrm>
            <a:off x="3574082" y="5429958"/>
            <a:ext cx="7205979" cy="861774"/>
          </a:xfrm>
          <a:prstGeom prst="rect">
            <a:avLst/>
          </a:prstGeom>
          <a:noFill/>
        </p:spPr>
        <p:txBody>
          <a:bodyPr wrap="square" rtlCol="0">
            <a:spAutoFit/>
          </a:bodyPr>
          <a:lstStyle/>
          <a:p>
            <a:r>
              <a:rPr lang="ja-JP" altLang="en-US" sz="1600" b="1" dirty="0" smtClean="0">
                <a:solidFill>
                  <a:schemeClr val="bg2">
                    <a:lumMod val="25000"/>
                  </a:schemeClr>
                </a:solidFill>
                <a:latin typeface="メイリオ" panose="020B0604030504040204" pitchFamily="50" charset="-128"/>
                <a:ea typeface="メイリオ" panose="020B0604030504040204" pitchFamily="50" charset="-128"/>
              </a:rPr>
              <a:t>エクセルで管理している順番と</a:t>
            </a:r>
            <a:r>
              <a:rPr lang="en-US" altLang="ja-JP" sz="1600" b="1" dirty="0" smtClean="0">
                <a:solidFill>
                  <a:schemeClr val="bg2">
                    <a:lumMod val="25000"/>
                  </a:schemeClr>
                </a:solidFill>
                <a:latin typeface="メイリオ" panose="020B0604030504040204" pitchFamily="50" charset="-128"/>
                <a:ea typeface="メイリオ" panose="020B0604030504040204" pitchFamily="50" charset="-128"/>
              </a:rPr>
              <a:t>CSV</a:t>
            </a:r>
            <a:r>
              <a:rPr lang="ja-JP" altLang="en-US" sz="1600" b="1" dirty="0" smtClean="0">
                <a:solidFill>
                  <a:schemeClr val="bg2">
                    <a:lumMod val="25000"/>
                  </a:schemeClr>
                </a:solidFill>
                <a:latin typeface="メイリオ" panose="020B0604030504040204" pitchFamily="50" charset="-128"/>
                <a:ea typeface="メイリオ" panose="020B0604030504040204" pitchFamily="50" charset="-128"/>
              </a:rPr>
              <a:t>で出力されるデータの順番が異なるため、区画に変更が発生した場合、都度エクセルのデータの参照先や関数の値を</a:t>
            </a:r>
            <a:endParaRPr lang="en-US" altLang="ja-JP" sz="1600" b="1" dirty="0" smtClean="0">
              <a:solidFill>
                <a:schemeClr val="bg2">
                  <a:lumMod val="25000"/>
                </a:schemeClr>
              </a:solidFill>
              <a:latin typeface="メイリオ" panose="020B0604030504040204" pitchFamily="50" charset="-128"/>
              <a:ea typeface="メイリオ" panose="020B0604030504040204" pitchFamily="50" charset="-128"/>
            </a:endParaRPr>
          </a:p>
          <a:p>
            <a:r>
              <a:rPr lang="ja-JP" altLang="en-US" sz="1600" b="1" dirty="0" smtClean="0">
                <a:solidFill>
                  <a:schemeClr val="bg2">
                    <a:lumMod val="25000"/>
                  </a:schemeClr>
                </a:solidFill>
                <a:latin typeface="メイリオ" panose="020B0604030504040204" pitchFamily="50" charset="-128"/>
                <a:ea typeface="メイリオ" panose="020B0604030504040204" pitchFamily="50" charset="-128"/>
              </a:rPr>
              <a:t>確認・手修正を加える必要がある</a:t>
            </a:r>
            <a:endParaRPr kumimoji="1" lang="ja-JP" altLang="en-US" sz="1600" b="1" dirty="0">
              <a:solidFill>
                <a:schemeClr val="bg2">
                  <a:lumMod val="25000"/>
                </a:schemeClr>
              </a:solidFill>
              <a:latin typeface="メイリオ" panose="020B0604030504040204" pitchFamily="50" charset="-128"/>
              <a:ea typeface="メイリオ" panose="020B0604030504040204" pitchFamily="50" charset="-128"/>
            </a:endParaRPr>
          </a:p>
        </p:txBody>
      </p:sp>
      <p:sp>
        <p:nvSpPr>
          <p:cNvPr id="4" name="正方形/長方形 3"/>
          <p:cNvSpPr/>
          <p:nvPr/>
        </p:nvSpPr>
        <p:spPr>
          <a:xfrm>
            <a:off x="1125177" y="1591606"/>
            <a:ext cx="1107996" cy="369332"/>
          </a:xfrm>
          <a:prstGeom prst="rect">
            <a:avLst/>
          </a:prstGeom>
        </p:spPr>
        <p:txBody>
          <a:bodyPr wrap="none">
            <a:spAutoFit/>
          </a:bodyPr>
          <a:lstStyle/>
          <a:p>
            <a:r>
              <a:rPr lang="ja-JP" altLang="en-US" b="1" dirty="0" smtClean="0">
                <a:solidFill>
                  <a:schemeClr val="tx1">
                    <a:lumMod val="65000"/>
                    <a:lumOff val="35000"/>
                  </a:schemeClr>
                </a:solidFill>
                <a:latin typeface="メイリオ" panose="020B0604030504040204" pitchFamily="50" charset="-128"/>
                <a:ea typeface="メイリオ" panose="020B0604030504040204" pitchFamily="50" charset="-128"/>
              </a:rPr>
              <a:t>事前</a:t>
            </a:r>
            <a:r>
              <a:rPr lang="ja-JP" altLang="en-US" b="1" dirty="0">
                <a:solidFill>
                  <a:schemeClr val="tx1">
                    <a:lumMod val="65000"/>
                    <a:lumOff val="35000"/>
                  </a:schemeClr>
                </a:solidFill>
                <a:latin typeface="メイリオ" panose="020B0604030504040204" pitchFamily="50" charset="-128"/>
                <a:ea typeface="メイリオ" panose="020B0604030504040204" pitchFamily="50" charset="-128"/>
              </a:rPr>
              <a:t>準備</a:t>
            </a:r>
            <a:endParaRPr lang="en-US" altLang="ja-JP"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6" name="正方形/長方形 5"/>
          <p:cNvSpPr/>
          <p:nvPr/>
        </p:nvSpPr>
        <p:spPr>
          <a:xfrm>
            <a:off x="1012244" y="5341707"/>
            <a:ext cx="2228088" cy="917259"/>
          </a:xfrm>
          <a:prstGeom prst="rect">
            <a:avLst/>
          </a:prstGeom>
          <a:solidFill>
            <a:srgbClr val="9C20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p:cNvSpPr txBox="1"/>
          <p:nvPr/>
        </p:nvSpPr>
        <p:spPr>
          <a:xfrm>
            <a:off x="1468097" y="5622300"/>
            <a:ext cx="1419398" cy="400110"/>
          </a:xfrm>
          <a:prstGeom prst="rect">
            <a:avLst/>
          </a:prstGeom>
          <a:noFill/>
        </p:spPr>
        <p:txBody>
          <a:bodyPr wrap="square" rtlCol="0">
            <a:spAutoFit/>
          </a:bodyPr>
          <a:lstStyle/>
          <a:p>
            <a:pPr algn="ctr"/>
            <a:r>
              <a:rPr lang="ja-JP" altLang="en-US" sz="2000" b="1" dirty="0" smtClean="0">
                <a:solidFill>
                  <a:schemeClr val="bg1"/>
                </a:solidFill>
                <a:latin typeface="メイリオ" panose="020B0604030504040204" pitchFamily="50" charset="-128"/>
                <a:ea typeface="メイリオ" panose="020B0604030504040204" pitchFamily="50" charset="-128"/>
              </a:rPr>
              <a:t>問題点</a:t>
            </a:r>
            <a:endParaRPr kumimoji="1" lang="ja-JP" altLang="en-US" sz="1600" b="1" dirty="0">
              <a:solidFill>
                <a:schemeClr val="bg1"/>
              </a:solidFill>
              <a:latin typeface="メイリオ" panose="020B0604030504040204" pitchFamily="50" charset="-128"/>
              <a:ea typeface="メイリオ" panose="020B0604030504040204" pitchFamily="50" charset="-128"/>
            </a:endParaRPr>
          </a:p>
        </p:txBody>
      </p:sp>
      <p:pic>
        <p:nvPicPr>
          <p:cNvPr id="7" name="図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03121" y="1982379"/>
            <a:ext cx="772348" cy="611254"/>
          </a:xfrm>
          <a:prstGeom prst="rect">
            <a:avLst/>
          </a:prstGeom>
        </p:spPr>
      </p:pic>
      <p:grpSp>
        <p:nvGrpSpPr>
          <p:cNvPr id="13" name="グループ化 12"/>
          <p:cNvGrpSpPr/>
          <p:nvPr/>
        </p:nvGrpSpPr>
        <p:grpSpPr>
          <a:xfrm rot="569253">
            <a:off x="5226645" y="2054341"/>
            <a:ext cx="425706" cy="574754"/>
            <a:chOff x="5406441" y="2100913"/>
            <a:chExt cx="394838" cy="503611"/>
          </a:xfrm>
        </p:grpSpPr>
        <p:grpSp>
          <p:nvGrpSpPr>
            <p:cNvPr id="45" name="グループ化 44"/>
            <p:cNvGrpSpPr/>
            <p:nvPr/>
          </p:nvGrpSpPr>
          <p:grpSpPr>
            <a:xfrm rot="21070332">
              <a:off x="5545045" y="2100913"/>
              <a:ext cx="256234" cy="326890"/>
              <a:chOff x="4727130" y="1768129"/>
              <a:chExt cx="392113" cy="523473"/>
            </a:xfrm>
          </p:grpSpPr>
          <p:sp>
            <p:nvSpPr>
              <p:cNvPr id="46" name="正方形/長方形 45"/>
              <p:cNvSpPr/>
              <p:nvPr/>
            </p:nvSpPr>
            <p:spPr>
              <a:xfrm>
                <a:off x="4727130" y="1768129"/>
                <a:ext cx="392113" cy="523473"/>
              </a:xfrm>
              <a:prstGeom prst="rect">
                <a:avLst/>
              </a:prstGeom>
              <a:solidFill>
                <a:schemeClr val="bg1"/>
              </a:solid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正方形/長方形 46"/>
              <p:cNvSpPr/>
              <p:nvPr/>
            </p:nvSpPr>
            <p:spPr>
              <a:xfrm>
                <a:off x="4780793" y="1886187"/>
                <a:ext cx="285414" cy="195320"/>
              </a:xfrm>
              <a:prstGeom prst="rect">
                <a:avLst/>
              </a:prstGeom>
              <a:solidFill>
                <a:schemeClr val="accent3"/>
              </a:solidFill>
              <a:ln w="19050">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grpSp>
        <p:grpSp>
          <p:nvGrpSpPr>
            <p:cNvPr id="48" name="グループ化 47"/>
            <p:cNvGrpSpPr/>
            <p:nvPr/>
          </p:nvGrpSpPr>
          <p:grpSpPr>
            <a:xfrm rot="21070332">
              <a:off x="5519365" y="2134209"/>
              <a:ext cx="256234" cy="326890"/>
              <a:chOff x="4740124" y="1760461"/>
              <a:chExt cx="392113" cy="523473"/>
            </a:xfrm>
          </p:grpSpPr>
          <p:sp>
            <p:nvSpPr>
              <p:cNvPr id="49" name="正方形/長方形 48"/>
              <p:cNvSpPr/>
              <p:nvPr/>
            </p:nvSpPr>
            <p:spPr>
              <a:xfrm>
                <a:off x="4740124" y="1760461"/>
                <a:ext cx="392113" cy="523473"/>
              </a:xfrm>
              <a:prstGeom prst="rect">
                <a:avLst/>
              </a:prstGeom>
              <a:solidFill>
                <a:schemeClr val="bg1"/>
              </a:solid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正方形/長方形 49"/>
              <p:cNvSpPr/>
              <p:nvPr/>
            </p:nvSpPr>
            <p:spPr>
              <a:xfrm>
                <a:off x="4780793" y="1886187"/>
                <a:ext cx="285414" cy="195320"/>
              </a:xfrm>
              <a:prstGeom prst="rect">
                <a:avLst/>
              </a:prstGeom>
              <a:solidFill>
                <a:schemeClr val="accent3"/>
              </a:solidFill>
              <a:ln w="19050">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grpSp>
        <p:grpSp>
          <p:nvGrpSpPr>
            <p:cNvPr id="51" name="グループ化 50"/>
            <p:cNvGrpSpPr/>
            <p:nvPr/>
          </p:nvGrpSpPr>
          <p:grpSpPr>
            <a:xfrm rot="21070332">
              <a:off x="5496311" y="2167473"/>
              <a:ext cx="256234" cy="326890"/>
              <a:chOff x="4760536" y="1746380"/>
              <a:chExt cx="392113" cy="523473"/>
            </a:xfrm>
          </p:grpSpPr>
          <p:sp>
            <p:nvSpPr>
              <p:cNvPr id="55" name="正方形/長方形 54"/>
              <p:cNvSpPr/>
              <p:nvPr/>
            </p:nvSpPr>
            <p:spPr>
              <a:xfrm>
                <a:off x="4760536" y="1746380"/>
                <a:ext cx="392113" cy="523473"/>
              </a:xfrm>
              <a:prstGeom prst="rect">
                <a:avLst/>
              </a:prstGeom>
              <a:solidFill>
                <a:schemeClr val="bg1"/>
              </a:solid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正方形/長方形 56"/>
              <p:cNvSpPr/>
              <p:nvPr/>
            </p:nvSpPr>
            <p:spPr>
              <a:xfrm>
                <a:off x="4780793" y="1886187"/>
                <a:ext cx="285414" cy="195320"/>
              </a:xfrm>
              <a:prstGeom prst="rect">
                <a:avLst/>
              </a:prstGeom>
              <a:solidFill>
                <a:schemeClr val="accent3"/>
              </a:solidFill>
              <a:ln w="19050">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grpSp>
        <p:grpSp>
          <p:nvGrpSpPr>
            <p:cNvPr id="58" name="グループ化 57"/>
            <p:cNvGrpSpPr/>
            <p:nvPr/>
          </p:nvGrpSpPr>
          <p:grpSpPr>
            <a:xfrm rot="21070332">
              <a:off x="5467778" y="2203756"/>
              <a:ext cx="256234" cy="326890"/>
              <a:chOff x="4769117" y="1730009"/>
              <a:chExt cx="392113" cy="523473"/>
            </a:xfrm>
          </p:grpSpPr>
          <p:sp>
            <p:nvSpPr>
              <p:cNvPr id="59" name="正方形/長方形 58"/>
              <p:cNvSpPr/>
              <p:nvPr/>
            </p:nvSpPr>
            <p:spPr>
              <a:xfrm>
                <a:off x="4769117" y="1730009"/>
                <a:ext cx="392113" cy="523473"/>
              </a:xfrm>
              <a:prstGeom prst="rect">
                <a:avLst/>
              </a:prstGeom>
              <a:solidFill>
                <a:schemeClr val="bg1"/>
              </a:solid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正方形/長方形 60"/>
              <p:cNvSpPr/>
              <p:nvPr/>
            </p:nvSpPr>
            <p:spPr>
              <a:xfrm>
                <a:off x="4780793" y="1886187"/>
                <a:ext cx="285414" cy="195320"/>
              </a:xfrm>
              <a:prstGeom prst="rect">
                <a:avLst/>
              </a:prstGeom>
              <a:solidFill>
                <a:schemeClr val="accent3"/>
              </a:solidFill>
              <a:ln w="19050">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grpSp>
        <p:grpSp>
          <p:nvGrpSpPr>
            <p:cNvPr id="62" name="グループ化 61"/>
            <p:cNvGrpSpPr/>
            <p:nvPr/>
          </p:nvGrpSpPr>
          <p:grpSpPr>
            <a:xfrm rot="21070332">
              <a:off x="5438765" y="2242440"/>
              <a:ext cx="256234" cy="326890"/>
              <a:chOff x="4775519" y="1723299"/>
              <a:chExt cx="392113" cy="523473"/>
            </a:xfrm>
          </p:grpSpPr>
          <p:sp>
            <p:nvSpPr>
              <p:cNvPr id="65" name="正方形/長方形 64"/>
              <p:cNvSpPr/>
              <p:nvPr/>
            </p:nvSpPr>
            <p:spPr>
              <a:xfrm>
                <a:off x="4775519" y="1723299"/>
                <a:ext cx="392113" cy="523473"/>
              </a:xfrm>
              <a:prstGeom prst="rect">
                <a:avLst/>
              </a:prstGeom>
              <a:solidFill>
                <a:schemeClr val="bg1"/>
              </a:solid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正方形/長方形 65"/>
              <p:cNvSpPr/>
              <p:nvPr/>
            </p:nvSpPr>
            <p:spPr>
              <a:xfrm>
                <a:off x="4780793" y="1886187"/>
                <a:ext cx="285414" cy="195320"/>
              </a:xfrm>
              <a:prstGeom prst="rect">
                <a:avLst/>
              </a:prstGeom>
              <a:solidFill>
                <a:schemeClr val="accent3"/>
              </a:solidFill>
              <a:ln w="19050">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grpSp>
        <p:grpSp>
          <p:nvGrpSpPr>
            <p:cNvPr id="69" name="グループ化 68"/>
            <p:cNvGrpSpPr/>
            <p:nvPr/>
          </p:nvGrpSpPr>
          <p:grpSpPr>
            <a:xfrm rot="21070332">
              <a:off x="5406441" y="2277634"/>
              <a:ext cx="256234" cy="326890"/>
              <a:chOff x="4780793" y="1712606"/>
              <a:chExt cx="392113" cy="523473"/>
            </a:xfrm>
          </p:grpSpPr>
          <p:sp>
            <p:nvSpPr>
              <p:cNvPr id="70" name="正方形/長方形 69"/>
              <p:cNvSpPr/>
              <p:nvPr/>
            </p:nvSpPr>
            <p:spPr>
              <a:xfrm>
                <a:off x="4780793" y="1712606"/>
                <a:ext cx="392113" cy="523473"/>
              </a:xfrm>
              <a:prstGeom prst="rect">
                <a:avLst/>
              </a:prstGeom>
              <a:solidFill>
                <a:schemeClr val="bg1"/>
              </a:solid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1" name="正方形/長方形 70"/>
              <p:cNvSpPr/>
              <p:nvPr/>
            </p:nvSpPr>
            <p:spPr>
              <a:xfrm>
                <a:off x="4780793" y="1886187"/>
                <a:ext cx="285414" cy="195320"/>
              </a:xfrm>
              <a:prstGeom prst="rect">
                <a:avLst/>
              </a:prstGeom>
              <a:solidFill>
                <a:schemeClr val="accent3"/>
              </a:solidFill>
              <a:ln w="19050">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grpSp>
      </p:grpSp>
      <p:grpSp>
        <p:nvGrpSpPr>
          <p:cNvPr id="12" name="グループ化 11"/>
          <p:cNvGrpSpPr/>
          <p:nvPr/>
        </p:nvGrpSpPr>
        <p:grpSpPr>
          <a:xfrm rot="544013">
            <a:off x="4910613" y="1954374"/>
            <a:ext cx="360389" cy="460944"/>
            <a:chOff x="4953949" y="2090335"/>
            <a:chExt cx="360389" cy="460944"/>
          </a:xfrm>
        </p:grpSpPr>
        <p:grpSp>
          <p:nvGrpSpPr>
            <p:cNvPr id="10" name="グループ化 9"/>
            <p:cNvGrpSpPr/>
            <p:nvPr/>
          </p:nvGrpSpPr>
          <p:grpSpPr>
            <a:xfrm rot="21070332">
              <a:off x="5005291" y="2090335"/>
              <a:ext cx="309047" cy="397087"/>
              <a:chOff x="4767820" y="1729861"/>
              <a:chExt cx="392113" cy="523473"/>
            </a:xfrm>
          </p:grpSpPr>
          <p:sp>
            <p:nvSpPr>
              <p:cNvPr id="8" name="正方形/長方形 7"/>
              <p:cNvSpPr/>
              <p:nvPr/>
            </p:nvSpPr>
            <p:spPr>
              <a:xfrm>
                <a:off x="4767820" y="1729861"/>
                <a:ext cx="392113" cy="523473"/>
              </a:xfrm>
              <a:prstGeom prst="rect">
                <a:avLst/>
              </a:prstGeom>
              <a:solidFill>
                <a:schemeClr val="bg1"/>
              </a:solidFill>
              <a:ln w="190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p:cNvSpPr/>
              <p:nvPr/>
            </p:nvSpPr>
            <p:spPr>
              <a:xfrm>
                <a:off x="4780793" y="1886187"/>
                <a:ext cx="285414" cy="195320"/>
              </a:xfrm>
              <a:prstGeom prst="rect">
                <a:avLst/>
              </a:prstGeom>
              <a:ln w="19050">
                <a:solidFill>
                  <a:schemeClr val="accent6">
                    <a:lumMod val="75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grpSp>
        <p:grpSp>
          <p:nvGrpSpPr>
            <p:cNvPr id="39" name="グループ化 38"/>
            <p:cNvGrpSpPr/>
            <p:nvPr/>
          </p:nvGrpSpPr>
          <p:grpSpPr>
            <a:xfrm rot="21070332">
              <a:off x="4978814" y="2123139"/>
              <a:ext cx="309047" cy="397087"/>
              <a:chOff x="4773944" y="1722343"/>
              <a:chExt cx="392113" cy="523473"/>
            </a:xfrm>
          </p:grpSpPr>
          <p:sp>
            <p:nvSpPr>
              <p:cNvPr id="41" name="正方形/長方形 40"/>
              <p:cNvSpPr/>
              <p:nvPr/>
            </p:nvSpPr>
            <p:spPr>
              <a:xfrm>
                <a:off x="4773944" y="1722343"/>
                <a:ext cx="392113" cy="523473"/>
              </a:xfrm>
              <a:prstGeom prst="rect">
                <a:avLst/>
              </a:prstGeom>
              <a:solidFill>
                <a:schemeClr val="bg1"/>
              </a:solidFill>
              <a:ln w="190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正方形/長方形 41"/>
              <p:cNvSpPr/>
              <p:nvPr/>
            </p:nvSpPr>
            <p:spPr>
              <a:xfrm>
                <a:off x="4780793" y="1886187"/>
                <a:ext cx="285414" cy="195320"/>
              </a:xfrm>
              <a:prstGeom prst="rect">
                <a:avLst/>
              </a:prstGeom>
              <a:ln w="19050">
                <a:solidFill>
                  <a:schemeClr val="accent6">
                    <a:lumMod val="75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grpSp>
        <p:grpSp>
          <p:nvGrpSpPr>
            <p:cNvPr id="72" name="グループ化 71"/>
            <p:cNvGrpSpPr/>
            <p:nvPr/>
          </p:nvGrpSpPr>
          <p:grpSpPr>
            <a:xfrm rot="21070332">
              <a:off x="4953949" y="2154192"/>
              <a:ext cx="309047" cy="397087"/>
              <a:chOff x="4780793" y="1712606"/>
              <a:chExt cx="392113" cy="523473"/>
            </a:xfrm>
          </p:grpSpPr>
          <p:sp>
            <p:nvSpPr>
              <p:cNvPr id="73" name="正方形/長方形 72"/>
              <p:cNvSpPr/>
              <p:nvPr/>
            </p:nvSpPr>
            <p:spPr>
              <a:xfrm>
                <a:off x="4780793" y="1712606"/>
                <a:ext cx="392113" cy="523473"/>
              </a:xfrm>
              <a:prstGeom prst="rect">
                <a:avLst/>
              </a:prstGeom>
              <a:solidFill>
                <a:schemeClr val="bg1"/>
              </a:solidFill>
              <a:ln w="190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4" name="正方形/長方形 73"/>
              <p:cNvSpPr/>
              <p:nvPr/>
            </p:nvSpPr>
            <p:spPr>
              <a:xfrm>
                <a:off x="4780793" y="1886187"/>
                <a:ext cx="285414" cy="195320"/>
              </a:xfrm>
              <a:prstGeom prst="rect">
                <a:avLst/>
              </a:prstGeom>
              <a:solidFill>
                <a:schemeClr val="accent6">
                  <a:lumMod val="75000"/>
                </a:schemeClr>
              </a:solidFill>
              <a:ln w="19050">
                <a:solidFill>
                  <a:schemeClr val="accent6">
                    <a:lumMod val="75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grpSp>
      </p:grpSp>
      <p:sp>
        <p:nvSpPr>
          <p:cNvPr id="11" name="右矢印 10"/>
          <p:cNvSpPr/>
          <p:nvPr/>
        </p:nvSpPr>
        <p:spPr>
          <a:xfrm rot="10800000">
            <a:off x="4762320" y="2321221"/>
            <a:ext cx="89111" cy="11770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4" name="グループ化 23"/>
          <p:cNvGrpSpPr/>
          <p:nvPr/>
        </p:nvGrpSpPr>
        <p:grpSpPr>
          <a:xfrm>
            <a:off x="6422114" y="1995064"/>
            <a:ext cx="1086175" cy="1127386"/>
            <a:chOff x="6625890" y="1942453"/>
            <a:chExt cx="1086175" cy="1127386"/>
          </a:xfrm>
        </p:grpSpPr>
        <p:sp>
          <p:nvSpPr>
            <p:cNvPr id="19" name="正方形/長方形 18"/>
            <p:cNvSpPr/>
            <p:nvPr/>
          </p:nvSpPr>
          <p:spPr>
            <a:xfrm>
              <a:off x="6625890" y="2075678"/>
              <a:ext cx="1086175" cy="994161"/>
            </a:xfrm>
            <a:prstGeom prst="rect">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5" name="片側の 2 つの角を丸めた四角形 74"/>
            <p:cNvSpPr/>
            <p:nvPr/>
          </p:nvSpPr>
          <p:spPr>
            <a:xfrm>
              <a:off x="6631786" y="1942453"/>
              <a:ext cx="1080279" cy="171558"/>
            </a:xfrm>
            <a:prstGeom prst="round2SameRect">
              <a:avLst>
                <a:gd name="adj1" fmla="val 50000"/>
                <a:gd name="adj2" fmla="val 0"/>
              </a:avLst>
            </a:prstGeom>
            <a:solidFill>
              <a:schemeClr val="accent6">
                <a:lumMod val="20000"/>
                <a:lumOff val="80000"/>
              </a:schemeClr>
            </a:solidFill>
            <a:ln w="19050">
              <a:solidFill>
                <a:schemeClr val="accent6"/>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20" name="正方形/長方形 19"/>
            <p:cNvSpPr/>
            <p:nvPr/>
          </p:nvSpPr>
          <p:spPr>
            <a:xfrm>
              <a:off x="6794144" y="2206615"/>
              <a:ext cx="769620" cy="95227"/>
            </a:xfrm>
            <a:prstGeom prst="rect">
              <a:avLst/>
            </a:prstGeom>
            <a:solidFill>
              <a:schemeClr val="accent6">
                <a:lumMod val="60000"/>
                <a:lumOff val="40000"/>
              </a:schemeClr>
            </a:solidFill>
            <a:ln>
              <a:solidFill>
                <a:schemeClr val="accent6"/>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77" name="正方形/長方形 76"/>
            <p:cNvSpPr/>
            <p:nvPr/>
          </p:nvSpPr>
          <p:spPr>
            <a:xfrm>
              <a:off x="6790191" y="2360162"/>
              <a:ext cx="769620" cy="95227"/>
            </a:xfrm>
            <a:prstGeom prst="rect">
              <a:avLst/>
            </a:prstGeom>
            <a:solidFill>
              <a:schemeClr val="accent6">
                <a:lumMod val="20000"/>
                <a:lumOff val="80000"/>
              </a:schemeClr>
            </a:solidFill>
            <a:ln>
              <a:solidFill>
                <a:schemeClr val="accent6"/>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81" name="正方形/長方形 80"/>
            <p:cNvSpPr/>
            <p:nvPr/>
          </p:nvSpPr>
          <p:spPr>
            <a:xfrm>
              <a:off x="6790191" y="2524586"/>
              <a:ext cx="769620" cy="95227"/>
            </a:xfrm>
            <a:prstGeom prst="rect">
              <a:avLst/>
            </a:prstGeom>
            <a:solidFill>
              <a:schemeClr val="accent6">
                <a:lumMod val="60000"/>
                <a:lumOff val="40000"/>
              </a:schemeClr>
            </a:solidFill>
            <a:ln>
              <a:solidFill>
                <a:schemeClr val="accent6"/>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83" name="正方形/長方形 82"/>
            <p:cNvSpPr/>
            <p:nvPr/>
          </p:nvSpPr>
          <p:spPr>
            <a:xfrm>
              <a:off x="6794144" y="2688900"/>
              <a:ext cx="769620" cy="95227"/>
            </a:xfrm>
            <a:prstGeom prst="rect">
              <a:avLst/>
            </a:prstGeom>
            <a:solidFill>
              <a:schemeClr val="accent6">
                <a:lumMod val="20000"/>
                <a:lumOff val="80000"/>
              </a:schemeClr>
            </a:solidFill>
            <a:ln>
              <a:solidFill>
                <a:schemeClr val="accent6"/>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85" name="正方形/長方形 84"/>
            <p:cNvSpPr/>
            <p:nvPr/>
          </p:nvSpPr>
          <p:spPr>
            <a:xfrm>
              <a:off x="6785426" y="2869738"/>
              <a:ext cx="769620" cy="95227"/>
            </a:xfrm>
            <a:prstGeom prst="rect">
              <a:avLst/>
            </a:prstGeom>
            <a:solidFill>
              <a:schemeClr val="accent6">
                <a:lumMod val="60000"/>
                <a:lumOff val="40000"/>
              </a:schemeClr>
            </a:solidFill>
            <a:ln>
              <a:solidFill>
                <a:schemeClr val="accent6"/>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grpSp>
      <p:pic>
        <p:nvPicPr>
          <p:cNvPr id="1026" name="Picture 2" descr="https://yajidesign.com/i/0014/0014.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12942768">
            <a:off x="7451378" y="2136699"/>
            <a:ext cx="231500" cy="260358"/>
          </a:xfrm>
          <a:prstGeom prst="rect">
            <a:avLst/>
          </a:prstGeom>
          <a:noFill/>
          <a:extLst>
            <a:ext uri="{909E8E84-426E-40DD-AFC4-6F175D3DCCD1}">
              <a14:hiddenFill xmlns:a14="http://schemas.microsoft.com/office/drawing/2010/main">
                <a:solidFill>
                  <a:srgbClr val="FFFFFF"/>
                </a:solidFill>
              </a14:hiddenFill>
            </a:ext>
          </a:extLst>
        </p:spPr>
      </p:pic>
      <p:sp>
        <p:nvSpPr>
          <p:cNvPr id="28" name="角丸四角形 27"/>
          <p:cNvSpPr/>
          <p:nvPr/>
        </p:nvSpPr>
        <p:spPr>
          <a:xfrm>
            <a:off x="7231676" y="2687910"/>
            <a:ext cx="688082" cy="323327"/>
          </a:xfrm>
          <a:prstGeom prst="roundRect">
            <a:avLst/>
          </a:prstGeom>
          <a:solidFill>
            <a:schemeClr val="bg1"/>
          </a:solidFill>
          <a:ln w="2857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7" name="図 26"/>
          <p:cNvPicPr>
            <a:picLocks noChangeAspect="1"/>
          </p:cNvPicPr>
          <p:nvPr/>
        </p:nvPicPr>
        <p:blipFill>
          <a:blip r:embed="rId5" cstate="print">
            <a:duotone>
              <a:prstClr val="black"/>
              <a:srgbClr val="D9C3A5">
                <a:tint val="50000"/>
                <a:satMod val="180000"/>
              </a:srgbClr>
            </a:duotone>
            <a:extLst>
              <a:ext uri="{28A0092B-C50C-407E-A947-70E740481C1C}">
                <a14:useLocalDpi xmlns:a14="http://schemas.microsoft.com/office/drawing/2010/main" val="0"/>
              </a:ext>
            </a:extLst>
          </a:blip>
          <a:stretch>
            <a:fillRect/>
          </a:stretch>
        </p:blipFill>
        <p:spPr>
          <a:xfrm rot="19048231">
            <a:off x="7748805" y="2719415"/>
            <a:ext cx="426443" cy="569709"/>
          </a:xfrm>
          <a:prstGeom prst="rect">
            <a:avLst/>
          </a:prstGeom>
        </p:spPr>
      </p:pic>
      <p:sp>
        <p:nvSpPr>
          <p:cNvPr id="29" name="二等辺三角形 28"/>
          <p:cNvSpPr/>
          <p:nvPr/>
        </p:nvSpPr>
        <p:spPr>
          <a:xfrm rot="5400000">
            <a:off x="7495235" y="2745090"/>
            <a:ext cx="214080" cy="206922"/>
          </a:xfrm>
          <a:prstGeom prst="triangle">
            <a:avLst/>
          </a:prstGeom>
          <a:solidFill>
            <a:schemeClr val="accent6">
              <a:lumMod val="5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grpSp>
        <p:nvGrpSpPr>
          <p:cNvPr id="96" name="グループ化 95"/>
          <p:cNvGrpSpPr/>
          <p:nvPr/>
        </p:nvGrpSpPr>
        <p:grpSpPr>
          <a:xfrm>
            <a:off x="1703121" y="3756807"/>
            <a:ext cx="1080279" cy="1127386"/>
            <a:chOff x="6631786" y="1942453"/>
            <a:chExt cx="1080279" cy="1127386"/>
          </a:xfrm>
        </p:grpSpPr>
        <p:sp>
          <p:nvSpPr>
            <p:cNvPr id="97" name="正方形/長方形 96"/>
            <p:cNvSpPr/>
            <p:nvPr/>
          </p:nvSpPr>
          <p:spPr>
            <a:xfrm>
              <a:off x="6636502" y="2075678"/>
              <a:ext cx="1075563" cy="994161"/>
            </a:xfrm>
            <a:prstGeom prst="rect">
              <a:avLst/>
            </a:prstGeom>
            <a:solidFill>
              <a:schemeClr val="bg1"/>
            </a:solidFill>
            <a:ln w="19050">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8" name="片側の 2 つの角を丸めた四角形 97"/>
            <p:cNvSpPr/>
            <p:nvPr/>
          </p:nvSpPr>
          <p:spPr>
            <a:xfrm>
              <a:off x="6631786" y="1942453"/>
              <a:ext cx="1080279" cy="171558"/>
            </a:xfrm>
            <a:prstGeom prst="round2SameRect">
              <a:avLst>
                <a:gd name="adj1" fmla="val 50000"/>
                <a:gd name="adj2" fmla="val 0"/>
              </a:avLst>
            </a:prstGeom>
            <a:solidFill>
              <a:schemeClr val="accent6"/>
            </a:solidFill>
            <a:ln w="19050">
              <a:solidFill>
                <a:schemeClr val="accent6">
                  <a:lumMod val="60000"/>
                  <a:lumOff val="40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99" name="正方形/長方形 98"/>
            <p:cNvSpPr/>
            <p:nvPr/>
          </p:nvSpPr>
          <p:spPr>
            <a:xfrm>
              <a:off x="6794144" y="2206615"/>
              <a:ext cx="769620" cy="95227"/>
            </a:xfrm>
            <a:prstGeom prst="rect">
              <a:avLst/>
            </a:prstGeom>
            <a:solidFill>
              <a:schemeClr val="accent6">
                <a:lumMod val="60000"/>
                <a:lumOff val="40000"/>
              </a:schemeClr>
            </a:solidFill>
            <a:ln>
              <a:solidFill>
                <a:schemeClr val="accent6">
                  <a:lumMod val="60000"/>
                  <a:lumOff val="40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100" name="正方形/長方形 99"/>
            <p:cNvSpPr/>
            <p:nvPr/>
          </p:nvSpPr>
          <p:spPr>
            <a:xfrm>
              <a:off x="6790191" y="2360162"/>
              <a:ext cx="769620" cy="95227"/>
            </a:xfrm>
            <a:prstGeom prst="rect">
              <a:avLst/>
            </a:prstGeom>
            <a:solidFill>
              <a:schemeClr val="accent6">
                <a:lumMod val="20000"/>
                <a:lumOff val="80000"/>
              </a:schemeClr>
            </a:solidFill>
            <a:ln>
              <a:solidFill>
                <a:schemeClr val="accent6">
                  <a:lumMod val="60000"/>
                  <a:lumOff val="40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101" name="正方形/長方形 100"/>
            <p:cNvSpPr/>
            <p:nvPr/>
          </p:nvSpPr>
          <p:spPr>
            <a:xfrm>
              <a:off x="6790191" y="2524586"/>
              <a:ext cx="769620" cy="95227"/>
            </a:xfrm>
            <a:prstGeom prst="rect">
              <a:avLst/>
            </a:prstGeom>
            <a:solidFill>
              <a:schemeClr val="accent6">
                <a:lumMod val="60000"/>
                <a:lumOff val="40000"/>
              </a:schemeClr>
            </a:solidFill>
            <a:ln>
              <a:solidFill>
                <a:schemeClr val="accent6">
                  <a:lumMod val="60000"/>
                  <a:lumOff val="40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102" name="正方形/長方形 101"/>
            <p:cNvSpPr/>
            <p:nvPr/>
          </p:nvSpPr>
          <p:spPr>
            <a:xfrm>
              <a:off x="6794144" y="2688900"/>
              <a:ext cx="769620" cy="95227"/>
            </a:xfrm>
            <a:prstGeom prst="rect">
              <a:avLst/>
            </a:prstGeom>
            <a:solidFill>
              <a:schemeClr val="accent6">
                <a:lumMod val="20000"/>
                <a:lumOff val="80000"/>
              </a:schemeClr>
            </a:solidFill>
            <a:ln>
              <a:solidFill>
                <a:schemeClr val="accent6">
                  <a:lumMod val="60000"/>
                  <a:lumOff val="40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103" name="正方形/長方形 102"/>
            <p:cNvSpPr/>
            <p:nvPr/>
          </p:nvSpPr>
          <p:spPr>
            <a:xfrm>
              <a:off x="6785426" y="2869738"/>
              <a:ext cx="769620" cy="95227"/>
            </a:xfrm>
            <a:prstGeom prst="rect">
              <a:avLst/>
            </a:prstGeom>
            <a:solidFill>
              <a:schemeClr val="accent6">
                <a:lumMod val="60000"/>
                <a:lumOff val="40000"/>
              </a:schemeClr>
            </a:solidFill>
            <a:ln>
              <a:solidFill>
                <a:schemeClr val="accent6">
                  <a:lumMod val="60000"/>
                  <a:lumOff val="40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grpSp>
      <p:sp>
        <p:nvSpPr>
          <p:cNvPr id="104" name="角丸四角形 103"/>
          <p:cNvSpPr/>
          <p:nvPr/>
        </p:nvSpPr>
        <p:spPr>
          <a:xfrm>
            <a:off x="2501804" y="4442304"/>
            <a:ext cx="688082" cy="323327"/>
          </a:xfrm>
          <a:prstGeom prst="roundRect">
            <a:avLst/>
          </a:prstGeom>
          <a:solidFill>
            <a:schemeClr val="bg1"/>
          </a:solidFill>
          <a:ln w="2857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5" name="図 104"/>
          <p:cNvPicPr>
            <a:picLocks noChangeAspect="1"/>
          </p:cNvPicPr>
          <p:nvPr/>
        </p:nvPicPr>
        <p:blipFill>
          <a:blip r:embed="rId5" cstate="print">
            <a:duotone>
              <a:prstClr val="black"/>
              <a:srgbClr val="D9C3A5">
                <a:tint val="50000"/>
                <a:satMod val="180000"/>
              </a:srgbClr>
            </a:duotone>
            <a:extLst>
              <a:ext uri="{28A0092B-C50C-407E-A947-70E740481C1C}">
                <a14:useLocalDpi xmlns:a14="http://schemas.microsoft.com/office/drawing/2010/main" val="0"/>
              </a:ext>
            </a:extLst>
          </a:blip>
          <a:stretch>
            <a:fillRect/>
          </a:stretch>
        </p:blipFill>
        <p:spPr>
          <a:xfrm rot="19048231">
            <a:off x="3023916" y="4481158"/>
            <a:ext cx="426443" cy="569709"/>
          </a:xfrm>
          <a:prstGeom prst="rect">
            <a:avLst/>
          </a:prstGeom>
        </p:spPr>
      </p:pic>
      <p:sp>
        <p:nvSpPr>
          <p:cNvPr id="106" name="二等辺三角形 105"/>
          <p:cNvSpPr/>
          <p:nvPr/>
        </p:nvSpPr>
        <p:spPr>
          <a:xfrm rot="5400000">
            <a:off x="2770346" y="4506833"/>
            <a:ext cx="214080" cy="206922"/>
          </a:xfrm>
          <a:prstGeom prst="triangle">
            <a:avLst/>
          </a:prstGeom>
          <a:solidFill>
            <a:schemeClr val="accent6">
              <a:lumMod val="5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grpSp>
        <p:nvGrpSpPr>
          <p:cNvPr id="107" name="グループ化 106"/>
          <p:cNvGrpSpPr/>
          <p:nvPr/>
        </p:nvGrpSpPr>
        <p:grpSpPr>
          <a:xfrm>
            <a:off x="6684292" y="3550620"/>
            <a:ext cx="851601" cy="719162"/>
            <a:chOff x="6631786" y="1942453"/>
            <a:chExt cx="1080279" cy="979952"/>
          </a:xfrm>
        </p:grpSpPr>
        <p:sp>
          <p:nvSpPr>
            <p:cNvPr id="108" name="正方形/長方形 107"/>
            <p:cNvSpPr/>
            <p:nvPr/>
          </p:nvSpPr>
          <p:spPr>
            <a:xfrm>
              <a:off x="6631787" y="2075679"/>
              <a:ext cx="1080278" cy="846726"/>
            </a:xfrm>
            <a:prstGeom prst="rect">
              <a:avLst/>
            </a:prstGeom>
            <a:solidFill>
              <a:schemeClr val="bg1"/>
            </a:solidFill>
            <a:ln w="19050">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9" name="片側の 2 つの角を丸めた四角形 108"/>
            <p:cNvSpPr/>
            <p:nvPr/>
          </p:nvSpPr>
          <p:spPr>
            <a:xfrm>
              <a:off x="6631786" y="1942453"/>
              <a:ext cx="1080279" cy="171558"/>
            </a:xfrm>
            <a:prstGeom prst="round2SameRect">
              <a:avLst>
                <a:gd name="adj1" fmla="val 50000"/>
                <a:gd name="adj2" fmla="val 0"/>
              </a:avLst>
            </a:prstGeom>
            <a:solidFill>
              <a:schemeClr val="accent6"/>
            </a:solidFill>
            <a:ln w="19050">
              <a:solidFill>
                <a:schemeClr val="accent6">
                  <a:lumMod val="60000"/>
                  <a:lumOff val="40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110" name="正方形/長方形 109"/>
            <p:cNvSpPr/>
            <p:nvPr/>
          </p:nvSpPr>
          <p:spPr>
            <a:xfrm>
              <a:off x="6794144" y="2206615"/>
              <a:ext cx="769620" cy="95227"/>
            </a:xfrm>
            <a:prstGeom prst="rect">
              <a:avLst/>
            </a:prstGeom>
            <a:solidFill>
              <a:schemeClr val="accent6">
                <a:lumMod val="60000"/>
                <a:lumOff val="40000"/>
              </a:schemeClr>
            </a:solidFill>
            <a:ln>
              <a:solidFill>
                <a:schemeClr val="accent6">
                  <a:lumMod val="60000"/>
                  <a:lumOff val="40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111" name="正方形/長方形 110"/>
            <p:cNvSpPr/>
            <p:nvPr/>
          </p:nvSpPr>
          <p:spPr>
            <a:xfrm>
              <a:off x="6790191" y="2360162"/>
              <a:ext cx="769620" cy="95227"/>
            </a:xfrm>
            <a:prstGeom prst="rect">
              <a:avLst/>
            </a:prstGeom>
            <a:solidFill>
              <a:schemeClr val="accent6">
                <a:lumMod val="20000"/>
                <a:lumOff val="80000"/>
              </a:schemeClr>
            </a:solidFill>
            <a:ln>
              <a:solidFill>
                <a:schemeClr val="accent6">
                  <a:lumMod val="60000"/>
                  <a:lumOff val="40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112" name="正方形/長方形 111"/>
            <p:cNvSpPr/>
            <p:nvPr/>
          </p:nvSpPr>
          <p:spPr>
            <a:xfrm>
              <a:off x="6790191" y="2524586"/>
              <a:ext cx="769620" cy="95227"/>
            </a:xfrm>
            <a:prstGeom prst="rect">
              <a:avLst/>
            </a:prstGeom>
            <a:solidFill>
              <a:schemeClr val="accent6">
                <a:lumMod val="60000"/>
                <a:lumOff val="40000"/>
              </a:schemeClr>
            </a:solidFill>
            <a:ln>
              <a:solidFill>
                <a:schemeClr val="accent6">
                  <a:lumMod val="60000"/>
                  <a:lumOff val="40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113" name="正方形/長方形 112"/>
            <p:cNvSpPr/>
            <p:nvPr/>
          </p:nvSpPr>
          <p:spPr>
            <a:xfrm>
              <a:off x="6794144" y="2688900"/>
              <a:ext cx="769620" cy="95227"/>
            </a:xfrm>
            <a:prstGeom prst="rect">
              <a:avLst/>
            </a:prstGeom>
            <a:solidFill>
              <a:schemeClr val="accent6">
                <a:lumMod val="20000"/>
                <a:lumOff val="80000"/>
              </a:schemeClr>
            </a:solidFill>
            <a:ln>
              <a:solidFill>
                <a:schemeClr val="accent6">
                  <a:lumMod val="60000"/>
                  <a:lumOff val="40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grpSp>
      <p:grpSp>
        <p:nvGrpSpPr>
          <p:cNvPr id="115" name="グループ化 114"/>
          <p:cNvGrpSpPr/>
          <p:nvPr/>
        </p:nvGrpSpPr>
        <p:grpSpPr>
          <a:xfrm>
            <a:off x="7602857" y="3551670"/>
            <a:ext cx="834155" cy="717599"/>
            <a:chOff x="6631787" y="1942453"/>
            <a:chExt cx="1080279" cy="979952"/>
          </a:xfrm>
        </p:grpSpPr>
        <p:sp>
          <p:nvSpPr>
            <p:cNvPr id="116" name="正方形/長方形 115"/>
            <p:cNvSpPr/>
            <p:nvPr/>
          </p:nvSpPr>
          <p:spPr>
            <a:xfrm>
              <a:off x="6631787" y="2075679"/>
              <a:ext cx="1080278" cy="846726"/>
            </a:xfrm>
            <a:prstGeom prst="rect">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7" name="片側の 2 つの角を丸めた四角形 116"/>
            <p:cNvSpPr/>
            <p:nvPr/>
          </p:nvSpPr>
          <p:spPr>
            <a:xfrm>
              <a:off x="6631787" y="1942453"/>
              <a:ext cx="1080279" cy="171558"/>
            </a:xfrm>
            <a:prstGeom prst="round2SameRect">
              <a:avLst>
                <a:gd name="adj1" fmla="val 50000"/>
                <a:gd name="adj2" fmla="val 0"/>
              </a:avLst>
            </a:prstGeom>
            <a:solidFill>
              <a:schemeClr val="accent6">
                <a:lumMod val="75000"/>
              </a:schemeClr>
            </a:solidFill>
            <a:ln w="19050">
              <a:solidFill>
                <a:schemeClr val="accent6"/>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118" name="正方形/長方形 117"/>
            <p:cNvSpPr/>
            <p:nvPr/>
          </p:nvSpPr>
          <p:spPr>
            <a:xfrm>
              <a:off x="6794144" y="2206615"/>
              <a:ext cx="769620" cy="95227"/>
            </a:xfrm>
            <a:prstGeom prst="rect">
              <a:avLst/>
            </a:prstGeom>
            <a:solidFill>
              <a:schemeClr val="accent6">
                <a:lumMod val="60000"/>
                <a:lumOff val="40000"/>
              </a:schemeClr>
            </a:solidFill>
            <a:ln>
              <a:solidFill>
                <a:schemeClr val="accent6"/>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119" name="正方形/長方形 118"/>
            <p:cNvSpPr/>
            <p:nvPr/>
          </p:nvSpPr>
          <p:spPr>
            <a:xfrm>
              <a:off x="6790191" y="2360162"/>
              <a:ext cx="769620" cy="95227"/>
            </a:xfrm>
            <a:prstGeom prst="rect">
              <a:avLst/>
            </a:prstGeom>
            <a:solidFill>
              <a:schemeClr val="accent6">
                <a:lumMod val="20000"/>
                <a:lumOff val="80000"/>
              </a:schemeClr>
            </a:solidFill>
            <a:ln>
              <a:solidFill>
                <a:schemeClr val="accent6"/>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120" name="正方形/長方形 119"/>
            <p:cNvSpPr/>
            <p:nvPr/>
          </p:nvSpPr>
          <p:spPr>
            <a:xfrm>
              <a:off x="6790191" y="2524586"/>
              <a:ext cx="769620" cy="95227"/>
            </a:xfrm>
            <a:prstGeom prst="rect">
              <a:avLst/>
            </a:prstGeom>
            <a:solidFill>
              <a:schemeClr val="accent2"/>
            </a:solidFill>
            <a:ln>
              <a:solidFill>
                <a:schemeClr val="accent6"/>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121" name="正方形/長方形 120"/>
            <p:cNvSpPr/>
            <p:nvPr/>
          </p:nvSpPr>
          <p:spPr>
            <a:xfrm>
              <a:off x="6794144" y="2688900"/>
              <a:ext cx="769620" cy="95227"/>
            </a:xfrm>
            <a:prstGeom prst="rect">
              <a:avLst/>
            </a:prstGeom>
            <a:solidFill>
              <a:schemeClr val="accent6">
                <a:lumMod val="20000"/>
                <a:lumOff val="80000"/>
              </a:schemeClr>
            </a:solidFill>
            <a:ln>
              <a:solidFill>
                <a:schemeClr val="accent6"/>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grpSp>
      <p:pic>
        <p:nvPicPr>
          <p:cNvPr id="95" name="図 9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2775999">
            <a:off x="7385470" y="3646376"/>
            <a:ext cx="629988" cy="968631"/>
          </a:xfrm>
          <a:prstGeom prst="rect">
            <a:avLst/>
          </a:prstGeom>
        </p:spPr>
      </p:pic>
      <p:grpSp>
        <p:nvGrpSpPr>
          <p:cNvPr id="123" name="グループ化 122"/>
          <p:cNvGrpSpPr/>
          <p:nvPr/>
        </p:nvGrpSpPr>
        <p:grpSpPr>
          <a:xfrm>
            <a:off x="9379377" y="3494562"/>
            <a:ext cx="1344273" cy="1019518"/>
            <a:chOff x="3835951" y="1932816"/>
            <a:chExt cx="1800017" cy="1486182"/>
          </a:xfrm>
        </p:grpSpPr>
        <p:pic>
          <p:nvPicPr>
            <p:cNvPr id="124" name="図 12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835951" y="1932816"/>
              <a:ext cx="1800017" cy="1486182"/>
            </a:xfrm>
            <a:prstGeom prst="rect">
              <a:avLst/>
            </a:prstGeom>
          </p:spPr>
        </p:pic>
        <p:sp>
          <p:nvSpPr>
            <p:cNvPr id="125" name="正方形/長方形 124"/>
            <p:cNvSpPr/>
            <p:nvPr/>
          </p:nvSpPr>
          <p:spPr>
            <a:xfrm>
              <a:off x="4135811" y="2090771"/>
              <a:ext cx="1317560" cy="7285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127" name="図 126"/>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677472" y="3552291"/>
            <a:ext cx="642237" cy="592062"/>
          </a:xfrm>
          <a:prstGeom prst="rect">
            <a:avLst/>
          </a:prstGeom>
        </p:spPr>
      </p:pic>
      <p:sp>
        <p:nvSpPr>
          <p:cNvPr id="129" name="右矢印 128"/>
          <p:cNvSpPr/>
          <p:nvPr/>
        </p:nvSpPr>
        <p:spPr>
          <a:xfrm flipV="1">
            <a:off x="10236536" y="3818202"/>
            <a:ext cx="240712" cy="204507"/>
          </a:xfrm>
          <a:prstGeom prst="rightArrow">
            <a:avLst/>
          </a:prstGeom>
          <a:solidFill>
            <a:srgbClr val="DF63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0" name="山形 129"/>
          <p:cNvSpPr/>
          <p:nvPr/>
        </p:nvSpPr>
        <p:spPr>
          <a:xfrm>
            <a:off x="8869285" y="3871967"/>
            <a:ext cx="186941" cy="301590"/>
          </a:xfrm>
          <a:prstGeom prst="chevron">
            <a:avLst>
              <a:gd name="adj" fmla="val 60584"/>
            </a:avLst>
          </a:prstGeom>
          <a:solidFill>
            <a:schemeClr val="accent4"/>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31" name="山形 130"/>
          <p:cNvSpPr/>
          <p:nvPr/>
        </p:nvSpPr>
        <p:spPr>
          <a:xfrm>
            <a:off x="8700444" y="3873694"/>
            <a:ext cx="186941" cy="301590"/>
          </a:xfrm>
          <a:prstGeom prst="chevron">
            <a:avLst>
              <a:gd name="adj" fmla="val 58850"/>
            </a:avLst>
          </a:prstGeom>
          <a:solidFill>
            <a:schemeClr val="accent4"/>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grpSp>
        <p:nvGrpSpPr>
          <p:cNvPr id="1024" name="グループ化 1023"/>
          <p:cNvGrpSpPr/>
          <p:nvPr/>
        </p:nvGrpSpPr>
        <p:grpSpPr>
          <a:xfrm>
            <a:off x="7690887" y="1736815"/>
            <a:ext cx="886203" cy="855920"/>
            <a:chOff x="7894663" y="1684204"/>
            <a:chExt cx="886203" cy="855920"/>
          </a:xfrm>
        </p:grpSpPr>
        <p:grpSp>
          <p:nvGrpSpPr>
            <p:cNvPr id="22" name="グループ化 21"/>
            <p:cNvGrpSpPr/>
            <p:nvPr/>
          </p:nvGrpSpPr>
          <p:grpSpPr>
            <a:xfrm>
              <a:off x="8217404" y="1684204"/>
              <a:ext cx="563462" cy="642520"/>
              <a:chOff x="7869798" y="1896921"/>
              <a:chExt cx="682482" cy="706180"/>
            </a:xfrm>
          </p:grpSpPr>
          <p:sp>
            <p:nvSpPr>
              <p:cNvPr id="86" name="正方形/長方形 85"/>
              <p:cNvSpPr/>
              <p:nvPr/>
            </p:nvSpPr>
            <p:spPr>
              <a:xfrm rot="39585">
                <a:off x="7869798" y="1896921"/>
                <a:ext cx="682482" cy="706180"/>
              </a:xfrm>
              <a:prstGeom prst="rect">
                <a:avLst/>
              </a:prstGeom>
              <a:solidFill>
                <a:schemeClr val="bg1"/>
              </a:solid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7" name="正方形/長方形 86"/>
              <p:cNvSpPr/>
              <p:nvPr/>
            </p:nvSpPr>
            <p:spPr>
              <a:xfrm>
                <a:off x="7960615" y="2003229"/>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88" name="正方形/長方形 87"/>
              <p:cNvSpPr/>
              <p:nvPr/>
            </p:nvSpPr>
            <p:spPr>
              <a:xfrm>
                <a:off x="7960615" y="2079598"/>
                <a:ext cx="487853" cy="45719"/>
              </a:xfrm>
              <a:prstGeom prst="rect">
                <a:avLst/>
              </a:prstGeom>
              <a:solidFill>
                <a:schemeClr val="accent3">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89" name="正方形/長方形 88"/>
              <p:cNvSpPr/>
              <p:nvPr/>
            </p:nvSpPr>
            <p:spPr>
              <a:xfrm>
                <a:off x="7957294" y="2159555"/>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90" name="正方形/長方形 89"/>
              <p:cNvSpPr/>
              <p:nvPr/>
            </p:nvSpPr>
            <p:spPr>
              <a:xfrm>
                <a:off x="7957294" y="2235924"/>
                <a:ext cx="487853" cy="45719"/>
              </a:xfrm>
              <a:prstGeom prst="rect">
                <a:avLst/>
              </a:prstGeom>
              <a:solidFill>
                <a:schemeClr val="accent3">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91" name="正方形/長方形 90"/>
              <p:cNvSpPr/>
              <p:nvPr/>
            </p:nvSpPr>
            <p:spPr>
              <a:xfrm>
                <a:off x="7957294" y="2315881"/>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b="1"/>
              </a:p>
            </p:txBody>
          </p:sp>
          <p:sp>
            <p:nvSpPr>
              <p:cNvPr id="92" name="正方形/長方形 91"/>
              <p:cNvSpPr/>
              <p:nvPr/>
            </p:nvSpPr>
            <p:spPr>
              <a:xfrm>
                <a:off x="7957294" y="2392250"/>
                <a:ext cx="487853" cy="45719"/>
              </a:xfrm>
              <a:prstGeom prst="rect">
                <a:avLst/>
              </a:prstGeom>
              <a:solidFill>
                <a:schemeClr val="accent3">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b="1"/>
              </a:p>
            </p:txBody>
          </p:sp>
          <p:sp>
            <p:nvSpPr>
              <p:cNvPr id="93" name="正方形/長方形 92"/>
              <p:cNvSpPr/>
              <p:nvPr/>
            </p:nvSpPr>
            <p:spPr>
              <a:xfrm>
                <a:off x="7957293" y="2470651"/>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grpSp>
        <p:grpSp>
          <p:nvGrpSpPr>
            <p:cNvPr id="132" name="グループ化 131"/>
            <p:cNvGrpSpPr/>
            <p:nvPr/>
          </p:nvGrpSpPr>
          <p:grpSpPr>
            <a:xfrm>
              <a:off x="8152855" y="1726884"/>
              <a:ext cx="563462" cy="642520"/>
              <a:chOff x="7869798" y="1896921"/>
              <a:chExt cx="682482" cy="706180"/>
            </a:xfrm>
          </p:grpSpPr>
          <p:sp>
            <p:nvSpPr>
              <p:cNvPr id="133" name="正方形/長方形 132"/>
              <p:cNvSpPr/>
              <p:nvPr/>
            </p:nvSpPr>
            <p:spPr>
              <a:xfrm rot="39585">
                <a:off x="7869798" y="1896921"/>
                <a:ext cx="682482" cy="706180"/>
              </a:xfrm>
              <a:prstGeom prst="rect">
                <a:avLst/>
              </a:prstGeom>
              <a:solidFill>
                <a:schemeClr val="bg1"/>
              </a:solid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4" name="正方形/長方形 133"/>
              <p:cNvSpPr/>
              <p:nvPr/>
            </p:nvSpPr>
            <p:spPr>
              <a:xfrm>
                <a:off x="7960615" y="2003229"/>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135" name="正方形/長方形 134"/>
              <p:cNvSpPr/>
              <p:nvPr/>
            </p:nvSpPr>
            <p:spPr>
              <a:xfrm>
                <a:off x="7960615" y="2079598"/>
                <a:ext cx="487853" cy="45719"/>
              </a:xfrm>
              <a:prstGeom prst="rect">
                <a:avLst/>
              </a:prstGeom>
              <a:solidFill>
                <a:schemeClr val="accent3">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136" name="正方形/長方形 135"/>
              <p:cNvSpPr/>
              <p:nvPr/>
            </p:nvSpPr>
            <p:spPr>
              <a:xfrm>
                <a:off x="7957294" y="2159555"/>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137" name="正方形/長方形 136"/>
              <p:cNvSpPr/>
              <p:nvPr/>
            </p:nvSpPr>
            <p:spPr>
              <a:xfrm>
                <a:off x="7957294" y="2235924"/>
                <a:ext cx="487853" cy="45719"/>
              </a:xfrm>
              <a:prstGeom prst="rect">
                <a:avLst/>
              </a:prstGeom>
              <a:solidFill>
                <a:schemeClr val="accent3">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138" name="正方形/長方形 137"/>
              <p:cNvSpPr/>
              <p:nvPr/>
            </p:nvSpPr>
            <p:spPr>
              <a:xfrm>
                <a:off x="7957294" y="2315881"/>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b="1"/>
              </a:p>
            </p:txBody>
          </p:sp>
          <p:sp>
            <p:nvSpPr>
              <p:cNvPr id="139" name="正方形/長方形 138"/>
              <p:cNvSpPr/>
              <p:nvPr/>
            </p:nvSpPr>
            <p:spPr>
              <a:xfrm>
                <a:off x="7957294" y="2392250"/>
                <a:ext cx="487853" cy="45719"/>
              </a:xfrm>
              <a:prstGeom prst="rect">
                <a:avLst/>
              </a:prstGeom>
              <a:solidFill>
                <a:schemeClr val="accent3">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b="1"/>
              </a:p>
            </p:txBody>
          </p:sp>
          <p:sp>
            <p:nvSpPr>
              <p:cNvPr id="140" name="正方形/長方形 139"/>
              <p:cNvSpPr/>
              <p:nvPr/>
            </p:nvSpPr>
            <p:spPr>
              <a:xfrm>
                <a:off x="7957293" y="2470651"/>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grpSp>
        <p:grpSp>
          <p:nvGrpSpPr>
            <p:cNvPr id="141" name="グループ化 140"/>
            <p:cNvGrpSpPr/>
            <p:nvPr/>
          </p:nvGrpSpPr>
          <p:grpSpPr>
            <a:xfrm>
              <a:off x="8088307" y="1769564"/>
              <a:ext cx="563462" cy="642520"/>
              <a:chOff x="7869798" y="1896921"/>
              <a:chExt cx="682482" cy="706180"/>
            </a:xfrm>
          </p:grpSpPr>
          <p:sp>
            <p:nvSpPr>
              <p:cNvPr id="142" name="正方形/長方形 141"/>
              <p:cNvSpPr/>
              <p:nvPr/>
            </p:nvSpPr>
            <p:spPr>
              <a:xfrm rot="39585">
                <a:off x="7869798" y="1896921"/>
                <a:ext cx="682482" cy="706180"/>
              </a:xfrm>
              <a:prstGeom prst="rect">
                <a:avLst/>
              </a:prstGeom>
              <a:solidFill>
                <a:schemeClr val="bg1"/>
              </a:solid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3" name="正方形/長方形 142"/>
              <p:cNvSpPr/>
              <p:nvPr/>
            </p:nvSpPr>
            <p:spPr>
              <a:xfrm>
                <a:off x="7960615" y="2003229"/>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144" name="正方形/長方形 143"/>
              <p:cNvSpPr/>
              <p:nvPr/>
            </p:nvSpPr>
            <p:spPr>
              <a:xfrm>
                <a:off x="7960615" y="2079598"/>
                <a:ext cx="487853" cy="45719"/>
              </a:xfrm>
              <a:prstGeom prst="rect">
                <a:avLst/>
              </a:prstGeom>
              <a:solidFill>
                <a:schemeClr val="accent3">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145" name="正方形/長方形 144"/>
              <p:cNvSpPr/>
              <p:nvPr/>
            </p:nvSpPr>
            <p:spPr>
              <a:xfrm>
                <a:off x="7957294" y="2159555"/>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146" name="正方形/長方形 145"/>
              <p:cNvSpPr/>
              <p:nvPr/>
            </p:nvSpPr>
            <p:spPr>
              <a:xfrm>
                <a:off x="7957294" y="2235924"/>
                <a:ext cx="487853" cy="45719"/>
              </a:xfrm>
              <a:prstGeom prst="rect">
                <a:avLst/>
              </a:prstGeom>
              <a:solidFill>
                <a:schemeClr val="accent3">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147" name="正方形/長方形 146"/>
              <p:cNvSpPr/>
              <p:nvPr/>
            </p:nvSpPr>
            <p:spPr>
              <a:xfrm>
                <a:off x="7957294" y="2315881"/>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b="1"/>
              </a:p>
            </p:txBody>
          </p:sp>
          <p:sp>
            <p:nvSpPr>
              <p:cNvPr id="148" name="正方形/長方形 147"/>
              <p:cNvSpPr/>
              <p:nvPr/>
            </p:nvSpPr>
            <p:spPr>
              <a:xfrm>
                <a:off x="7957294" y="2392250"/>
                <a:ext cx="487853" cy="45719"/>
              </a:xfrm>
              <a:prstGeom prst="rect">
                <a:avLst/>
              </a:prstGeom>
              <a:solidFill>
                <a:schemeClr val="accent3">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b="1"/>
              </a:p>
            </p:txBody>
          </p:sp>
          <p:sp>
            <p:nvSpPr>
              <p:cNvPr id="149" name="正方形/長方形 148"/>
              <p:cNvSpPr/>
              <p:nvPr/>
            </p:nvSpPr>
            <p:spPr>
              <a:xfrm>
                <a:off x="7957293" y="2470651"/>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grpSp>
        <p:grpSp>
          <p:nvGrpSpPr>
            <p:cNvPr id="150" name="グループ化 149"/>
            <p:cNvGrpSpPr/>
            <p:nvPr/>
          </p:nvGrpSpPr>
          <p:grpSpPr>
            <a:xfrm>
              <a:off x="8023759" y="1812244"/>
              <a:ext cx="563462" cy="642520"/>
              <a:chOff x="7869798" y="1896921"/>
              <a:chExt cx="682482" cy="706180"/>
            </a:xfrm>
          </p:grpSpPr>
          <p:sp>
            <p:nvSpPr>
              <p:cNvPr id="151" name="正方形/長方形 150"/>
              <p:cNvSpPr/>
              <p:nvPr/>
            </p:nvSpPr>
            <p:spPr>
              <a:xfrm rot="39585">
                <a:off x="7869798" y="1896921"/>
                <a:ext cx="682482" cy="706180"/>
              </a:xfrm>
              <a:prstGeom prst="rect">
                <a:avLst/>
              </a:prstGeom>
              <a:solidFill>
                <a:schemeClr val="bg1"/>
              </a:solid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2" name="正方形/長方形 151"/>
              <p:cNvSpPr/>
              <p:nvPr/>
            </p:nvSpPr>
            <p:spPr>
              <a:xfrm>
                <a:off x="7960615" y="2003229"/>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153" name="正方形/長方形 152"/>
              <p:cNvSpPr/>
              <p:nvPr/>
            </p:nvSpPr>
            <p:spPr>
              <a:xfrm>
                <a:off x="7960615" y="2079598"/>
                <a:ext cx="487853" cy="45719"/>
              </a:xfrm>
              <a:prstGeom prst="rect">
                <a:avLst/>
              </a:prstGeom>
              <a:solidFill>
                <a:schemeClr val="accent3">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154" name="正方形/長方形 153"/>
              <p:cNvSpPr/>
              <p:nvPr/>
            </p:nvSpPr>
            <p:spPr>
              <a:xfrm>
                <a:off x="7957294" y="2159555"/>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155" name="正方形/長方形 154"/>
              <p:cNvSpPr/>
              <p:nvPr/>
            </p:nvSpPr>
            <p:spPr>
              <a:xfrm>
                <a:off x="7957294" y="2235924"/>
                <a:ext cx="487853" cy="45719"/>
              </a:xfrm>
              <a:prstGeom prst="rect">
                <a:avLst/>
              </a:prstGeom>
              <a:solidFill>
                <a:schemeClr val="accent3">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156" name="正方形/長方形 155"/>
              <p:cNvSpPr/>
              <p:nvPr/>
            </p:nvSpPr>
            <p:spPr>
              <a:xfrm>
                <a:off x="7957294" y="2315881"/>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b="1"/>
              </a:p>
            </p:txBody>
          </p:sp>
          <p:sp>
            <p:nvSpPr>
              <p:cNvPr id="157" name="正方形/長方形 156"/>
              <p:cNvSpPr/>
              <p:nvPr/>
            </p:nvSpPr>
            <p:spPr>
              <a:xfrm>
                <a:off x="7957294" y="2392250"/>
                <a:ext cx="487853" cy="45719"/>
              </a:xfrm>
              <a:prstGeom prst="rect">
                <a:avLst/>
              </a:prstGeom>
              <a:solidFill>
                <a:schemeClr val="accent3">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b="1"/>
              </a:p>
            </p:txBody>
          </p:sp>
          <p:sp>
            <p:nvSpPr>
              <p:cNvPr id="158" name="正方形/長方形 157"/>
              <p:cNvSpPr/>
              <p:nvPr/>
            </p:nvSpPr>
            <p:spPr>
              <a:xfrm>
                <a:off x="7957293" y="2470651"/>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grpSp>
        <p:grpSp>
          <p:nvGrpSpPr>
            <p:cNvPr id="159" name="グループ化 158"/>
            <p:cNvGrpSpPr/>
            <p:nvPr/>
          </p:nvGrpSpPr>
          <p:grpSpPr>
            <a:xfrm>
              <a:off x="7959211" y="1854924"/>
              <a:ext cx="563462" cy="642520"/>
              <a:chOff x="7869798" y="1896921"/>
              <a:chExt cx="682482" cy="706180"/>
            </a:xfrm>
          </p:grpSpPr>
          <p:sp>
            <p:nvSpPr>
              <p:cNvPr id="160" name="正方形/長方形 159"/>
              <p:cNvSpPr/>
              <p:nvPr/>
            </p:nvSpPr>
            <p:spPr>
              <a:xfrm rot="39585">
                <a:off x="7869798" y="1896921"/>
                <a:ext cx="682482" cy="706180"/>
              </a:xfrm>
              <a:prstGeom prst="rect">
                <a:avLst/>
              </a:prstGeom>
              <a:solidFill>
                <a:schemeClr val="bg1"/>
              </a:solid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1" name="正方形/長方形 160"/>
              <p:cNvSpPr/>
              <p:nvPr/>
            </p:nvSpPr>
            <p:spPr>
              <a:xfrm>
                <a:off x="7960615" y="2003229"/>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162" name="正方形/長方形 161"/>
              <p:cNvSpPr/>
              <p:nvPr/>
            </p:nvSpPr>
            <p:spPr>
              <a:xfrm>
                <a:off x="7960615" y="2079598"/>
                <a:ext cx="487853" cy="45719"/>
              </a:xfrm>
              <a:prstGeom prst="rect">
                <a:avLst/>
              </a:prstGeom>
              <a:solidFill>
                <a:schemeClr val="accent3">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163" name="正方形/長方形 162"/>
              <p:cNvSpPr/>
              <p:nvPr/>
            </p:nvSpPr>
            <p:spPr>
              <a:xfrm>
                <a:off x="7957294" y="2159555"/>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164" name="正方形/長方形 163"/>
              <p:cNvSpPr/>
              <p:nvPr/>
            </p:nvSpPr>
            <p:spPr>
              <a:xfrm>
                <a:off x="7957294" y="2235924"/>
                <a:ext cx="487853" cy="45719"/>
              </a:xfrm>
              <a:prstGeom prst="rect">
                <a:avLst/>
              </a:prstGeom>
              <a:solidFill>
                <a:schemeClr val="accent3">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165" name="正方形/長方形 164"/>
              <p:cNvSpPr/>
              <p:nvPr/>
            </p:nvSpPr>
            <p:spPr>
              <a:xfrm>
                <a:off x="7957294" y="2315881"/>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b="1"/>
              </a:p>
            </p:txBody>
          </p:sp>
          <p:sp>
            <p:nvSpPr>
              <p:cNvPr id="166" name="正方形/長方形 165"/>
              <p:cNvSpPr/>
              <p:nvPr/>
            </p:nvSpPr>
            <p:spPr>
              <a:xfrm>
                <a:off x="7957294" y="2392250"/>
                <a:ext cx="487853" cy="45719"/>
              </a:xfrm>
              <a:prstGeom prst="rect">
                <a:avLst/>
              </a:prstGeom>
              <a:solidFill>
                <a:schemeClr val="accent3">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b="1"/>
              </a:p>
            </p:txBody>
          </p:sp>
          <p:sp>
            <p:nvSpPr>
              <p:cNvPr id="167" name="正方形/長方形 166"/>
              <p:cNvSpPr/>
              <p:nvPr/>
            </p:nvSpPr>
            <p:spPr>
              <a:xfrm>
                <a:off x="7957293" y="2470651"/>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grpSp>
        <p:grpSp>
          <p:nvGrpSpPr>
            <p:cNvPr id="168" name="グループ化 167"/>
            <p:cNvGrpSpPr/>
            <p:nvPr/>
          </p:nvGrpSpPr>
          <p:grpSpPr>
            <a:xfrm>
              <a:off x="7894663" y="1897604"/>
              <a:ext cx="563462" cy="642520"/>
              <a:chOff x="7869798" y="1896921"/>
              <a:chExt cx="682482" cy="706180"/>
            </a:xfrm>
          </p:grpSpPr>
          <p:sp>
            <p:nvSpPr>
              <p:cNvPr id="169" name="正方形/長方形 168"/>
              <p:cNvSpPr/>
              <p:nvPr/>
            </p:nvSpPr>
            <p:spPr>
              <a:xfrm rot="39585">
                <a:off x="7869798" y="1896921"/>
                <a:ext cx="682482" cy="706180"/>
              </a:xfrm>
              <a:prstGeom prst="rect">
                <a:avLst/>
              </a:prstGeom>
              <a:solidFill>
                <a:schemeClr val="bg1"/>
              </a:solid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0" name="正方形/長方形 169"/>
              <p:cNvSpPr/>
              <p:nvPr/>
            </p:nvSpPr>
            <p:spPr>
              <a:xfrm>
                <a:off x="7960615" y="2003229"/>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171" name="正方形/長方形 170"/>
              <p:cNvSpPr/>
              <p:nvPr/>
            </p:nvSpPr>
            <p:spPr>
              <a:xfrm>
                <a:off x="7960615" y="2079598"/>
                <a:ext cx="487853" cy="45719"/>
              </a:xfrm>
              <a:prstGeom prst="rect">
                <a:avLst/>
              </a:prstGeom>
              <a:solidFill>
                <a:schemeClr val="accent3">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172" name="正方形/長方形 171"/>
              <p:cNvSpPr/>
              <p:nvPr/>
            </p:nvSpPr>
            <p:spPr>
              <a:xfrm>
                <a:off x="7957294" y="2159555"/>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173" name="正方形/長方形 172"/>
              <p:cNvSpPr/>
              <p:nvPr/>
            </p:nvSpPr>
            <p:spPr>
              <a:xfrm>
                <a:off x="7957294" y="2235924"/>
                <a:ext cx="487853" cy="45719"/>
              </a:xfrm>
              <a:prstGeom prst="rect">
                <a:avLst/>
              </a:prstGeom>
              <a:solidFill>
                <a:schemeClr val="accent3">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174" name="正方形/長方形 173"/>
              <p:cNvSpPr/>
              <p:nvPr/>
            </p:nvSpPr>
            <p:spPr>
              <a:xfrm>
                <a:off x="7957294" y="2315881"/>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b="1"/>
              </a:p>
            </p:txBody>
          </p:sp>
          <p:sp>
            <p:nvSpPr>
              <p:cNvPr id="175" name="正方形/長方形 174"/>
              <p:cNvSpPr/>
              <p:nvPr/>
            </p:nvSpPr>
            <p:spPr>
              <a:xfrm>
                <a:off x="7957294" y="2392250"/>
                <a:ext cx="487853" cy="45719"/>
              </a:xfrm>
              <a:prstGeom prst="rect">
                <a:avLst/>
              </a:prstGeom>
              <a:solidFill>
                <a:schemeClr val="accent3">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b="1"/>
              </a:p>
            </p:txBody>
          </p:sp>
          <p:sp>
            <p:nvSpPr>
              <p:cNvPr id="176" name="正方形/長方形 175"/>
              <p:cNvSpPr/>
              <p:nvPr/>
            </p:nvSpPr>
            <p:spPr>
              <a:xfrm>
                <a:off x="7957293" y="2470651"/>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grpSp>
      </p:grpSp>
      <p:sp>
        <p:nvSpPr>
          <p:cNvPr id="179" name="正方形/長方形 178"/>
          <p:cNvSpPr/>
          <p:nvPr/>
        </p:nvSpPr>
        <p:spPr>
          <a:xfrm>
            <a:off x="6078748" y="2987532"/>
            <a:ext cx="323638" cy="288000"/>
          </a:xfrm>
          <a:prstGeom prst="rect">
            <a:avLst/>
          </a:prstGeom>
          <a:solidFill>
            <a:schemeClr val="bg1">
              <a:lumMod val="5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en-US" altLang="ja-JP" dirty="0" smtClean="0"/>
              <a:t>2</a:t>
            </a:r>
            <a:endParaRPr kumimoji="1" lang="ja-JP" altLang="en-US" dirty="0"/>
          </a:p>
        </p:txBody>
      </p:sp>
      <p:sp>
        <p:nvSpPr>
          <p:cNvPr id="180" name="正方形/長方形 179"/>
          <p:cNvSpPr/>
          <p:nvPr/>
        </p:nvSpPr>
        <p:spPr>
          <a:xfrm>
            <a:off x="5729130" y="3304490"/>
            <a:ext cx="323638" cy="288508"/>
          </a:xfrm>
          <a:prstGeom prst="rect">
            <a:avLst/>
          </a:prstGeom>
          <a:solidFill>
            <a:schemeClr val="bg1">
              <a:lumMod val="5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ja-JP" dirty="0" smtClean="0"/>
              <a:t>3</a:t>
            </a:r>
            <a:endParaRPr kumimoji="1" lang="ja-JP" altLang="en-US" dirty="0"/>
          </a:p>
        </p:txBody>
      </p:sp>
      <p:sp>
        <p:nvSpPr>
          <p:cNvPr id="181" name="正方形/長方形 180"/>
          <p:cNvSpPr/>
          <p:nvPr/>
        </p:nvSpPr>
        <p:spPr>
          <a:xfrm>
            <a:off x="6078507" y="3304490"/>
            <a:ext cx="323638" cy="288508"/>
          </a:xfrm>
          <a:prstGeom prst="rect">
            <a:avLst/>
          </a:prstGeom>
          <a:solidFill>
            <a:schemeClr val="bg1">
              <a:lumMod val="5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ja-JP" dirty="0" smtClean="0"/>
              <a:t>4</a:t>
            </a:r>
            <a:endParaRPr kumimoji="1" lang="ja-JP" altLang="en-US" dirty="0"/>
          </a:p>
        </p:txBody>
      </p:sp>
    </p:spTree>
    <p:extLst>
      <p:ext uri="{BB962C8B-B14F-4D97-AF65-F5344CB8AC3E}">
        <p14:creationId xmlns:p14="http://schemas.microsoft.com/office/powerpoint/2010/main" val="125210755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a:xfrm>
            <a:off x="996566" y="1795111"/>
            <a:ext cx="10287463" cy="4401541"/>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角丸四角形 4"/>
          <p:cNvSpPr/>
          <p:nvPr/>
        </p:nvSpPr>
        <p:spPr>
          <a:xfrm>
            <a:off x="8867829" y="3162924"/>
            <a:ext cx="1846118" cy="1707985"/>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楕円 2"/>
          <p:cNvSpPr/>
          <p:nvPr/>
        </p:nvSpPr>
        <p:spPr>
          <a:xfrm>
            <a:off x="3406050" y="1426948"/>
            <a:ext cx="5040000" cy="504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3"/>
          <p:cNvSpPr txBox="1">
            <a:spLocks/>
          </p:cNvSpPr>
          <p:nvPr/>
        </p:nvSpPr>
        <p:spPr>
          <a:xfrm>
            <a:off x="742771" y="697218"/>
            <a:ext cx="11293475" cy="5302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2800" b="1" dirty="0">
                <a:solidFill>
                  <a:schemeClr val="tx1">
                    <a:lumMod val="65000"/>
                    <a:lumOff val="35000"/>
                  </a:schemeClr>
                </a:solidFill>
                <a:latin typeface="メイリオ" panose="020B0604030504040204" pitchFamily="50" charset="-128"/>
                <a:ea typeface="メイリオ" panose="020B0604030504040204" pitchFamily="50" charset="-128"/>
              </a:rPr>
              <a:t>光熱費管理システム開発のご提案</a:t>
            </a:r>
          </a:p>
        </p:txBody>
      </p:sp>
      <p:sp>
        <p:nvSpPr>
          <p:cNvPr id="16" name="正方形/長方形 15"/>
          <p:cNvSpPr/>
          <p:nvPr/>
        </p:nvSpPr>
        <p:spPr>
          <a:xfrm>
            <a:off x="847897" y="1331176"/>
            <a:ext cx="9131808" cy="400110"/>
          </a:xfrm>
          <a:prstGeom prst="rect">
            <a:avLst/>
          </a:prstGeom>
        </p:spPr>
        <p:txBody>
          <a:bodyPr wrap="square">
            <a:spAutoFit/>
          </a:bodyPr>
          <a:lstStyle/>
          <a:p>
            <a:r>
              <a:rPr lang="ja-JP" altLang="en-US" sz="2000" b="1" dirty="0" smtClean="0">
                <a:solidFill>
                  <a:schemeClr val="tx1">
                    <a:lumMod val="65000"/>
                    <a:lumOff val="35000"/>
                  </a:schemeClr>
                </a:solidFill>
                <a:latin typeface="メイリオ" panose="020B0604030504040204" pitchFamily="50" charset="-128"/>
                <a:ea typeface="メイリオ" panose="020B0604030504040204" pitchFamily="50" charset="-128"/>
              </a:rPr>
              <a:t>ローコード開発ツール「</a:t>
            </a:r>
            <a:r>
              <a:rPr lang="en-US" altLang="ja-JP" sz="2000" b="1" dirty="0" smtClean="0">
                <a:solidFill>
                  <a:schemeClr val="tx1">
                    <a:lumMod val="65000"/>
                    <a:lumOff val="35000"/>
                  </a:schemeClr>
                </a:solidFill>
                <a:latin typeface="メイリオ" panose="020B0604030504040204" pitchFamily="50" charset="-128"/>
                <a:ea typeface="メイリオ" panose="020B0604030504040204" pitchFamily="50" charset="-128"/>
              </a:rPr>
              <a:t>Pleasanter</a:t>
            </a:r>
            <a:r>
              <a:rPr lang="ja-JP" altLang="en-US" sz="2000" b="1" dirty="0" smtClean="0">
                <a:solidFill>
                  <a:schemeClr val="tx1">
                    <a:lumMod val="65000"/>
                    <a:lumOff val="35000"/>
                  </a:schemeClr>
                </a:solidFill>
                <a:latin typeface="メイリオ" panose="020B0604030504040204" pitchFamily="50" charset="-128"/>
                <a:ea typeface="メイリオ" panose="020B0604030504040204" pitchFamily="50" charset="-128"/>
              </a:rPr>
              <a:t>」を用いた業務効率化をご提案します</a:t>
            </a:r>
            <a:endParaRPr lang="en-US" altLang="ja-JP" sz="2000" b="1" dirty="0" smtClean="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2" name="テキスト ボックス 51"/>
          <p:cNvSpPr txBox="1"/>
          <p:nvPr/>
        </p:nvSpPr>
        <p:spPr>
          <a:xfrm>
            <a:off x="1238282" y="4957241"/>
            <a:ext cx="1897077" cy="369332"/>
          </a:xfrm>
          <a:prstGeom prst="rect">
            <a:avLst/>
          </a:prstGeom>
          <a:noFill/>
        </p:spPr>
        <p:txBody>
          <a:bodyPr wrap="square" rtlCol="0">
            <a:spAutoFit/>
          </a:bodyPr>
          <a:lstStyle/>
          <a:p>
            <a:pPr algn="ctr"/>
            <a:r>
              <a:rPr lang="en-US" altLang="ja-JP" b="1" dirty="0" smtClean="0">
                <a:solidFill>
                  <a:schemeClr val="tx1">
                    <a:lumMod val="65000"/>
                    <a:lumOff val="35000"/>
                  </a:schemeClr>
                </a:solidFill>
                <a:latin typeface="メイリオ" panose="020B0604030504040204" pitchFamily="50" charset="-128"/>
                <a:ea typeface="メイリオ" panose="020B0604030504040204" pitchFamily="50" charset="-128"/>
              </a:rPr>
              <a:t>CSV</a:t>
            </a:r>
            <a:r>
              <a:rPr lang="ja-JP" altLang="en-US" b="1" dirty="0" smtClean="0">
                <a:solidFill>
                  <a:schemeClr val="tx1">
                    <a:lumMod val="65000"/>
                    <a:lumOff val="35000"/>
                  </a:schemeClr>
                </a:solidFill>
                <a:latin typeface="メイリオ" panose="020B0604030504040204" pitchFamily="50" charset="-128"/>
                <a:ea typeface="メイリオ" panose="020B0604030504040204" pitchFamily="50" charset="-128"/>
              </a:rPr>
              <a:t>ファイル</a:t>
            </a:r>
            <a:endParaRPr kumimoji="1" lang="ja-JP" altLang="en-US"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43" name="図 42"/>
          <p:cNvPicPr>
            <a:picLocks noChangeAspect="1"/>
          </p:cNvPicPr>
          <p:nvPr/>
        </p:nvPicPr>
        <p:blipFill>
          <a:blip r:embed="rId2">
            <a:extLst>
              <a:ext uri="{BEBA8EAE-BF5A-486C-A8C5-ECC9F3942E4B}">
                <a14:imgProps xmlns:a14="http://schemas.microsoft.com/office/drawing/2010/main">
                  <a14:imgLayer r:embed="rId3">
                    <a14:imgEffect>
                      <a14:backgroundRemoval t="10000" b="100000" l="0" r="97004">
                        <a14:foregroundMark x1="18352" y1="54000" x2="18352" y2="54000"/>
                        <a14:foregroundMark x1="28464" y1="70000" x2="28464" y2="70000"/>
                        <a14:foregroundMark x1="35581" y1="70000" x2="35581" y2="70000"/>
                        <a14:foregroundMark x1="41948" y1="64000" x2="41948" y2="64000"/>
                        <a14:foregroundMark x1="53184" y1="72000" x2="53184" y2="72000"/>
                        <a14:foregroundMark x1="61798" y1="64000" x2="61798" y2="64000"/>
                        <a14:foregroundMark x1="73783" y1="54000" x2="73783" y2="54000"/>
                        <a14:foregroundMark x1="84644" y1="56000" x2="84644" y2="56000"/>
                        <a14:foregroundMark x1="91011" y1="62000" x2="91011" y2="62000"/>
                        <a14:backgroundMark x1="25843" y1="80000" x2="25843" y2="80000"/>
                        <a14:backgroundMark x1="35581" y1="76000" x2="35581" y2="76000"/>
                        <a14:backgroundMark x1="53558" y1="76000" x2="53558" y2="76000"/>
                      </a14:backgroundRemoval>
                    </a14:imgEffect>
                  </a14:imgLayer>
                </a14:imgProps>
              </a:ext>
            </a:extLst>
          </a:blip>
          <a:stretch>
            <a:fillRect/>
          </a:stretch>
        </p:blipFill>
        <p:spPr>
          <a:xfrm>
            <a:off x="4812214" y="4771960"/>
            <a:ext cx="2262029" cy="419328"/>
          </a:xfrm>
          <a:prstGeom prst="rect">
            <a:avLst/>
          </a:prstGeom>
        </p:spPr>
      </p:pic>
      <p:grpSp>
        <p:nvGrpSpPr>
          <p:cNvPr id="44" name="グループ化 43"/>
          <p:cNvGrpSpPr/>
          <p:nvPr/>
        </p:nvGrpSpPr>
        <p:grpSpPr>
          <a:xfrm>
            <a:off x="4543869" y="2502022"/>
            <a:ext cx="2832647" cy="2206113"/>
            <a:chOff x="4490698" y="2284500"/>
            <a:chExt cx="2832647" cy="2206113"/>
          </a:xfrm>
        </p:grpSpPr>
        <p:grpSp>
          <p:nvGrpSpPr>
            <p:cNvPr id="45" name="グループ化 44"/>
            <p:cNvGrpSpPr/>
            <p:nvPr/>
          </p:nvGrpSpPr>
          <p:grpSpPr>
            <a:xfrm>
              <a:off x="4490698" y="2284500"/>
              <a:ext cx="2832647" cy="2206113"/>
              <a:chOff x="5281092" y="511627"/>
              <a:chExt cx="2833045" cy="2918550"/>
            </a:xfrm>
          </p:grpSpPr>
          <p:pic>
            <p:nvPicPr>
              <p:cNvPr id="86" name="Picture 6" descr="WEBページのブラウザウィンドウアイコン素材"/>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81092" y="511627"/>
                <a:ext cx="2833045" cy="2918550"/>
              </a:xfrm>
              <a:prstGeom prst="rect">
                <a:avLst/>
              </a:prstGeom>
              <a:noFill/>
              <a:extLst>
                <a:ext uri="{909E8E84-426E-40DD-AFC4-6F175D3DCCD1}">
                  <a14:hiddenFill xmlns:a14="http://schemas.microsoft.com/office/drawing/2010/main">
                    <a:solidFill>
                      <a:srgbClr val="FFFFFF"/>
                    </a:solidFill>
                  </a14:hiddenFill>
                </a:ext>
              </a:extLst>
            </p:spPr>
          </p:pic>
          <p:sp>
            <p:nvSpPr>
              <p:cNvPr id="87" name="正方形/長方形 86"/>
              <p:cNvSpPr/>
              <p:nvPr/>
            </p:nvSpPr>
            <p:spPr>
              <a:xfrm>
                <a:off x="5343061" y="919880"/>
                <a:ext cx="2699901" cy="2431011"/>
              </a:xfrm>
              <a:prstGeom prst="rect">
                <a:avLst/>
              </a:prstGeom>
              <a:solidFill>
                <a:srgbClr val="FFF8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grpSp>
        <p:sp>
          <p:nvSpPr>
            <p:cNvPr id="46" name="正方形/長方形 45"/>
            <p:cNvSpPr/>
            <p:nvPr/>
          </p:nvSpPr>
          <p:spPr>
            <a:xfrm>
              <a:off x="4858200" y="3001549"/>
              <a:ext cx="2080920" cy="133188"/>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7" name="正方形/長方形 46"/>
            <p:cNvSpPr/>
            <p:nvPr/>
          </p:nvSpPr>
          <p:spPr>
            <a:xfrm>
              <a:off x="4858200" y="3299687"/>
              <a:ext cx="2080920" cy="121493"/>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8" name="正方形/長方形 47"/>
            <p:cNvSpPr/>
            <p:nvPr/>
          </p:nvSpPr>
          <p:spPr>
            <a:xfrm>
              <a:off x="4858200" y="3585312"/>
              <a:ext cx="2080920" cy="110784"/>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9" name="正方形/長方形 48"/>
            <p:cNvSpPr/>
            <p:nvPr/>
          </p:nvSpPr>
          <p:spPr>
            <a:xfrm>
              <a:off x="4858200" y="3859484"/>
              <a:ext cx="2080920" cy="133188"/>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50" name="正方形/長方形 49"/>
            <p:cNvSpPr/>
            <p:nvPr/>
          </p:nvSpPr>
          <p:spPr>
            <a:xfrm>
              <a:off x="4858200" y="4157621"/>
              <a:ext cx="2080920" cy="121493"/>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grpSp>
          <p:nvGrpSpPr>
            <p:cNvPr id="51" name="グループ化 50"/>
            <p:cNvGrpSpPr/>
            <p:nvPr/>
          </p:nvGrpSpPr>
          <p:grpSpPr>
            <a:xfrm>
              <a:off x="4639594" y="2758103"/>
              <a:ext cx="2517911" cy="1548667"/>
              <a:chOff x="7802530" y="2662687"/>
              <a:chExt cx="2340578" cy="1270372"/>
            </a:xfrm>
          </p:grpSpPr>
          <p:grpSp>
            <p:nvGrpSpPr>
              <p:cNvPr id="75" name="グループ化 74"/>
              <p:cNvGrpSpPr/>
              <p:nvPr/>
            </p:nvGrpSpPr>
            <p:grpSpPr>
              <a:xfrm>
                <a:off x="7802530" y="2838518"/>
                <a:ext cx="2340577" cy="1094541"/>
                <a:chOff x="8043325" y="2899467"/>
                <a:chExt cx="2182592" cy="1271562"/>
              </a:xfrm>
            </p:grpSpPr>
            <p:pic>
              <p:nvPicPr>
                <p:cNvPr id="84" name="図 83"/>
                <p:cNvPicPr>
                  <a:picLocks noChangeAspect="1"/>
                </p:cNvPicPr>
                <p:nvPr/>
              </p:nvPicPr>
              <p:blipFill>
                <a:blip r:embed="rId5"/>
                <a:stretch>
                  <a:fillRect/>
                </a:stretch>
              </p:blipFill>
              <p:spPr>
                <a:xfrm>
                  <a:off x="8043325" y="2899467"/>
                  <a:ext cx="2182592" cy="641606"/>
                </a:xfrm>
                <a:prstGeom prst="rect">
                  <a:avLst/>
                </a:prstGeom>
              </p:spPr>
            </p:pic>
            <p:pic>
              <p:nvPicPr>
                <p:cNvPr id="85" name="図 84"/>
                <p:cNvPicPr>
                  <a:picLocks noChangeAspect="1"/>
                </p:cNvPicPr>
                <p:nvPr/>
              </p:nvPicPr>
              <p:blipFill>
                <a:blip r:embed="rId5"/>
                <a:stretch>
                  <a:fillRect/>
                </a:stretch>
              </p:blipFill>
              <p:spPr>
                <a:xfrm>
                  <a:off x="8043325" y="3529423"/>
                  <a:ext cx="2182592" cy="641606"/>
                </a:xfrm>
                <a:prstGeom prst="rect">
                  <a:avLst/>
                </a:prstGeom>
              </p:spPr>
            </p:pic>
          </p:grpSp>
          <p:sp>
            <p:nvSpPr>
              <p:cNvPr id="83" name="正方形/長方形 82"/>
              <p:cNvSpPr/>
              <p:nvPr/>
            </p:nvSpPr>
            <p:spPr>
              <a:xfrm>
                <a:off x="7802531" y="2662687"/>
                <a:ext cx="2340577" cy="170613"/>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56" name="図 55"/>
            <p:cNvPicPr>
              <a:picLocks noChangeAspect="1"/>
            </p:cNvPicPr>
            <p:nvPr/>
          </p:nvPicPr>
          <p:blipFill rotWithShape="1">
            <a:blip r:embed="rId6">
              <a:extLst>
                <a:ext uri="{BEBA8EAE-BF5A-486C-A8C5-ECC9F3942E4B}">
                  <a14:imgProps xmlns:a14="http://schemas.microsoft.com/office/drawing/2010/main">
                    <a14:imgLayer r:embed="rId7">
                      <a14:imgEffect>
                        <a14:backgroundRemoval t="16114" b="96209" l="23077" r="97009"/>
                      </a14:imgEffect>
                    </a14:imgLayer>
                  </a14:imgProps>
                </a:ext>
              </a:extLst>
            </a:blip>
            <a:srcRect l="21987" t="14420"/>
            <a:stretch/>
          </p:blipFill>
          <p:spPr>
            <a:xfrm>
              <a:off x="6276558" y="3422935"/>
              <a:ext cx="913671" cy="834151"/>
            </a:xfrm>
            <a:prstGeom prst="rect">
              <a:avLst/>
            </a:prstGeom>
          </p:spPr>
        </p:pic>
      </p:grpSp>
      <p:sp>
        <p:nvSpPr>
          <p:cNvPr id="88" name="山形 87"/>
          <p:cNvSpPr/>
          <p:nvPr/>
        </p:nvSpPr>
        <p:spPr>
          <a:xfrm>
            <a:off x="3820799" y="3547332"/>
            <a:ext cx="314219" cy="533155"/>
          </a:xfrm>
          <a:prstGeom prst="chevron">
            <a:avLst>
              <a:gd name="adj" fmla="val 60584"/>
            </a:avLst>
          </a:prstGeom>
          <a:solidFill>
            <a:srgbClr val="E37777"/>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89" name="山形 88"/>
          <p:cNvSpPr/>
          <p:nvPr/>
        </p:nvSpPr>
        <p:spPr>
          <a:xfrm>
            <a:off x="3506580" y="3547331"/>
            <a:ext cx="314219" cy="533155"/>
          </a:xfrm>
          <a:prstGeom prst="chevron">
            <a:avLst>
              <a:gd name="adj" fmla="val 58850"/>
            </a:avLst>
          </a:prstGeom>
          <a:solidFill>
            <a:srgbClr val="E37777"/>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90" name="テキスト ボックス 89"/>
          <p:cNvSpPr txBox="1"/>
          <p:nvPr/>
        </p:nvSpPr>
        <p:spPr>
          <a:xfrm>
            <a:off x="3168237" y="4245075"/>
            <a:ext cx="1252617" cy="646331"/>
          </a:xfrm>
          <a:prstGeom prst="rect">
            <a:avLst/>
          </a:prstGeom>
          <a:noFill/>
        </p:spPr>
        <p:txBody>
          <a:bodyPr wrap="square" rtlCol="0">
            <a:spAutoFit/>
          </a:bodyPr>
          <a:lstStyle/>
          <a:p>
            <a:pPr algn="ctr"/>
            <a:r>
              <a:rPr lang="ja-JP" altLang="en-US" b="1" dirty="0" smtClean="0">
                <a:solidFill>
                  <a:schemeClr val="tx1">
                    <a:lumMod val="65000"/>
                    <a:lumOff val="35000"/>
                  </a:schemeClr>
                </a:solidFill>
                <a:latin typeface="メイリオ" panose="020B0604030504040204" pitchFamily="50" charset="-128"/>
                <a:ea typeface="メイリオ" panose="020B0604030504040204" pitchFamily="50" charset="-128"/>
              </a:rPr>
              <a:t>データ</a:t>
            </a:r>
            <a:endParaRPr lang="en-US" altLang="ja-JP" b="1" dirty="0" smtClean="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b="1" dirty="0" smtClean="0">
                <a:solidFill>
                  <a:schemeClr val="tx1">
                    <a:lumMod val="65000"/>
                    <a:lumOff val="35000"/>
                  </a:schemeClr>
                </a:solidFill>
                <a:latin typeface="メイリオ" panose="020B0604030504040204" pitchFamily="50" charset="-128"/>
                <a:ea typeface="メイリオ" panose="020B0604030504040204" pitchFamily="50" charset="-128"/>
              </a:rPr>
              <a:t>取り込み</a:t>
            </a:r>
            <a:endParaRPr kumimoji="1" lang="ja-JP" altLang="en-US"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91" name="テキスト ボックス 90"/>
          <p:cNvSpPr txBox="1"/>
          <p:nvPr/>
        </p:nvSpPr>
        <p:spPr>
          <a:xfrm>
            <a:off x="4316571" y="5323485"/>
            <a:ext cx="3287242" cy="338554"/>
          </a:xfrm>
          <a:prstGeom prst="rect">
            <a:avLst/>
          </a:prstGeom>
          <a:noFill/>
        </p:spPr>
        <p:txBody>
          <a:bodyPr wrap="square" rtlCol="0">
            <a:spAutoFit/>
          </a:bodyPr>
          <a:lstStyle/>
          <a:p>
            <a:pPr algn="ctr"/>
            <a:r>
              <a:rPr lang="ja-JP" altLang="en-US" sz="1600" b="1" dirty="0" smtClean="0">
                <a:latin typeface="メイリオ" panose="020B0604030504040204" pitchFamily="50" charset="-128"/>
                <a:ea typeface="メイリオ" panose="020B0604030504040204" pitchFamily="50" charset="-128"/>
              </a:rPr>
              <a:t>目的ごとの一覧表の作成</a:t>
            </a:r>
            <a:endParaRPr kumimoji="1" lang="en-US" altLang="ja-JP" sz="1600" b="1" dirty="0" smtClean="0">
              <a:latin typeface="メイリオ" panose="020B0604030504040204" pitchFamily="50" charset="-128"/>
              <a:ea typeface="メイリオ" panose="020B0604030504040204" pitchFamily="50" charset="-128"/>
            </a:endParaRPr>
          </a:p>
        </p:txBody>
      </p:sp>
      <p:sp>
        <p:nvSpPr>
          <p:cNvPr id="92" name="テキスト ボックス 91"/>
          <p:cNvSpPr txBox="1"/>
          <p:nvPr/>
        </p:nvSpPr>
        <p:spPr>
          <a:xfrm>
            <a:off x="4316571" y="5650182"/>
            <a:ext cx="3287242" cy="338554"/>
          </a:xfrm>
          <a:prstGeom prst="rect">
            <a:avLst/>
          </a:prstGeom>
          <a:noFill/>
        </p:spPr>
        <p:txBody>
          <a:bodyPr wrap="square" rtlCol="0">
            <a:spAutoFit/>
          </a:bodyPr>
          <a:lstStyle/>
          <a:p>
            <a:pPr algn="ctr"/>
            <a:r>
              <a:rPr lang="ja-JP" altLang="en-US" sz="1600" b="1" dirty="0" smtClean="0">
                <a:latin typeface="メイリオ" panose="020B0604030504040204" pitchFamily="50" charset="-128"/>
                <a:ea typeface="メイリオ" panose="020B0604030504040204" pitchFamily="50" charset="-128"/>
              </a:rPr>
              <a:t>データの閲覧・検索・修正も簡単</a:t>
            </a:r>
            <a:endParaRPr kumimoji="1" lang="en-US" altLang="ja-JP" sz="1600" b="1" dirty="0" smtClean="0">
              <a:latin typeface="メイリオ" panose="020B0604030504040204" pitchFamily="50" charset="-128"/>
              <a:ea typeface="メイリオ" panose="020B0604030504040204" pitchFamily="50" charset="-128"/>
            </a:endParaRPr>
          </a:p>
        </p:txBody>
      </p:sp>
      <p:sp>
        <p:nvSpPr>
          <p:cNvPr id="93" name="テキスト ボックス 92"/>
          <p:cNvSpPr txBox="1"/>
          <p:nvPr/>
        </p:nvSpPr>
        <p:spPr>
          <a:xfrm>
            <a:off x="8182883" y="5304149"/>
            <a:ext cx="3287242" cy="584775"/>
          </a:xfrm>
          <a:prstGeom prst="rect">
            <a:avLst/>
          </a:prstGeom>
          <a:noFill/>
        </p:spPr>
        <p:txBody>
          <a:bodyPr wrap="square" rtlCol="0">
            <a:spAutoFit/>
          </a:bodyPr>
          <a:lstStyle/>
          <a:p>
            <a:pPr algn="ctr"/>
            <a:r>
              <a:rPr lang="ja-JP" altLang="en-US" sz="1600" b="1" dirty="0">
                <a:latin typeface="メイリオ" panose="020B0604030504040204" pitchFamily="50" charset="-128"/>
                <a:ea typeface="メイリオ" panose="020B0604030504040204" pitchFamily="50" charset="-128"/>
              </a:rPr>
              <a:t>顧客</a:t>
            </a:r>
            <a:r>
              <a:rPr lang="ja-JP" altLang="en-US" sz="1600" b="1" dirty="0" smtClean="0">
                <a:latin typeface="メイリオ" panose="020B0604030504040204" pitchFamily="50" charset="-128"/>
                <a:ea typeface="メイリオ" panose="020B0604030504040204" pitchFamily="50" charset="-128"/>
              </a:rPr>
              <a:t>提出用データも</a:t>
            </a:r>
            <a:endParaRPr lang="en-US" altLang="ja-JP" sz="1600" b="1" dirty="0" smtClean="0">
              <a:latin typeface="メイリオ" panose="020B0604030504040204" pitchFamily="50" charset="-128"/>
              <a:ea typeface="メイリオ" panose="020B0604030504040204" pitchFamily="50" charset="-128"/>
            </a:endParaRPr>
          </a:p>
          <a:p>
            <a:pPr algn="ctr"/>
            <a:r>
              <a:rPr kumimoji="1" lang="ja-JP" altLang="en-US" sz="1600" b="1" dirty="0" smtClean="0">
                <a:latin typeface="メイリオ" panose="020B0604030504040204" pitchFamily="50" charset="-128"/>
                <a:ea typeface="メイリオ" panose="020B0604030504040204" pitchFamily="50" charset="-128"/>
              </a:rPr>
              <a:t>プリザンターから出力</a:t>
            </a:r>
            <a:endParaRPr kumimoji="1" lang="en-US" altLang="ja-JP" sz="1600" b="1" dirty="0" smtClean="0">
              <a:latin typeface="メイリオ" panose="020B0604030504040204" pitchFamily="50" charset="-128"/>
              <a:ea typeface="メイリオ" panose="020B0604030504040204" pitchFamily="50" charset="-128"/>
            </a:endParaRPr>
          </a:p>
        </p:txBody>
      </p:sp>
      <p:sp>
        <p:nvSpPr>
          <p:cNvPr id="94" name="山形 93"/>
          <p:cNvSpPr/>
          <p:nvPr/>
        </p:nvSpPr>
        <p:spPr>
          <a:xfrm>
            <a:off x="8013058" y="3567477"/>
            <a:ext cx="314219" cy="533155"/>
          </a:xfrm>
          <a:prstGeom prst="chevron">
            <a:avLst>
              <a:gd name="adj" fmla="val 60584"/>
            </a:avLst>
          </a:prstGeom>
          <a:solidFill>
            <a:srgbClr val="E37777"/>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95" name="山形 94"/>
          <p:cNvSpPr/>
          <p:nvPr/>
        </p:nvSpPr>
        <p:spPr>
          <a:xfrm>
            <a:off x="7723247" y="3567581"/>
            <a:ext cx="314219" cy="533155"/>
          </a:xfrm>
          <a:prstGeom prst="chevron">
            <a:avLst>
              <a:gd name="adj" fmla="val 58850"/>
            </a:avLst>
          </a:prstGeom>
          <a:solidFill>
            <a:srgbClr val="E37777"/>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grpSp>
        <p:nvGrpSpPr>
          <p:cNvPr id="32" name="グループ化 31"/>
          <p:cNvGrpSpPr/>
          <p:nvPr/>
        </p:nvGrpSpPr>
        <p:grpSpPr>
          <a:xfrm>
            <a:off x="1464423" y="3273651"/>
            <a:ext cx="1443444" cy="1493062"/>
            <a:chOff x="7894663" y="1684204"/>
            <a:chExt cx="886203" cy="855920"/>
          </a:xfrm>
        </p:grpSpPr>
        <p:grpSp>
          <p:nvGrpSpPr>
            <p:cNvPr id="33" name="グループ化 32"/>
            <p:cNvGrpSpPr/>
            <p:nvPr/>
          </p:nvGrpSpPr>
          <p:grpSpPr>
            <a:xfrm>
              <a:off x="8217404" y="1684204"/>
              <a:ext cx="563462" cy="642520"/>
              <a:chOff x="7869798" y="1896921"/>
              <a:chExt cx="682482" cy="706180"/>
            </a:xfrm>
          </p:grpSpPr>
          <p:sp>
            <p:nvSpPr>
              <p:cNvPr id="104" name="正方形/長方形 103"/>
              <p:cNvSpPr/>
              <p:nvPr/>
            </p:nvSpPr>
            <p:spPr>
              <a:xfrm rot="39585">
                <a:off x="7869798" y="1896921"/>
                <a:ext cx="682482" cy="706180"/>
              </a:xfrm>
              <a:prstGeom prst="rect">
                <a:avLst/>
              </a:prstGeom>
              <a:solidFill>
                <a:schemeClr val="bg1"/>
              </a:solid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 name="正方形/長方形 104"/>
              <p:cNvSpPr/>
              <p:nvPr/>
            </p:nvSpPr>
            <p:spPr>
              <a:xfrm>
                <a:off x="7960615" y="2003229"/>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106" name="正方形/長方形 105"/>
              <p:cNvSpPr/>
              <p:nvPr/>
            </p:nvSpPr>
            <p:spPr>
              <a:xfrm>
                <a:off x="7960615" y="2079598"/>
                <a:ext cx="487853" cy="45719"/>
              </a:xfrm>
              <a:prstGeom prst="rect">
                <a:avLst/>
              </a:prstGeom>
              <a:solidFill>
                <a:schemeClr val="accent3">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107" name="正方形/長方形 106"/>
              <p:cNvSpPr/>
              <p:nvPr/>
            </p:nvSpPr>
            <p:spPr>
              <a:xfrm>
                <a:off x="7957294" y="2159555"/>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108" name="正方形/長方形 107"/>
              <p:cNvSpPr/>
              <p:nvPr/>
            </p:nvSpPr>
            <p:spPr>
              <a:xfrm>
                <a:off x="7957294" y="2235924"/>
                <a:ext cx="487853" cy="45719"/>
              </a:xfrm>
              <a:prstGeom prst="rect">
                <a:avLst/>
              </a:prstGeom>
              <a:solidFill>
                <a:schemeClr val="accent3">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109" name="正方形/長方形 108"/>
              <p:cNvSpPr/>
              <p:nvPr/>
            </p:nvSpPr>
            <p:spPr>
              <a:xfrm>
                <a:off x="7957294" y="2315881"/>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b="1"/>
              </a:p>
            </p:txBody>
          </p:sp>
          <p:sp>
            <p:nvSpPr>
              <p:cNvPr id="110" name="正方形/長方形 109"/>
              <p:cNvSpPr/>
              <p:nvPr/>
            </p:nvSpPr>
            <p:spPr>
              <a:xfrm>
                <a:off x="7957294" y="2392250"/>
                <a:ext cx="487853" cy="45719"/>
              </a:xfrm>
              <a:prstGeom prst="rect">
                <a:avLst/>
              </a:prstGeom>
              <a:solidFill>
                <a:schemeClr val="accent3">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b="1"/>
              </a:p>
            </p:txBody>
          </p:sp>
          <p:sp>
            <p:nvSpPr>
              <p:cNvPr id="111" name="正方形/長方形 110"/>
              <p:cNvSpPr/>
              <p:nvPr/>
            </p:nvSpPr>
            <p:spPr>
              <a:xfrm>
                <a:off x="7957293" y="2470651"/>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grpSp>
        <p:grpSp>
          <p:nvGrpSpPr>
            <p:cNvPr id="34" name="グループ化 33"/>
            <p:cNvGrpSpPr/>
            <p:nvPr/>
          </p:nvGrpSpPr>
          <p:grpSpPr>
            <a:xfrm>
              <a:off x="8152855" y="1726884"/>
              <a:ext cx="563462" cy="642520"/>
              <a:chOff x="7869798" y="1896921"/>
              <a:chExt cx="682482" cy="706180"/>
            </a:xfrm>
          </p:grpSpPr>
          <p:sp>
            <p:nvSpPr>
              <p:cNvPr id="96" name="正方形/長方形 95"/>
              <p:cNvSpPr/>
              <p:nvPr/>
            </p:nvSpPr>
            <p:spPr>
              <a:xfrm rot="39585">
                <a:off x="7869798" y="1896921"/>
                <a:ext cx="682482" cy="706180"/>
              </a:xfrm>
              <a:prstGeom prst="rect">
                <a:avLst/>
              </a:prstGeom>
              <a:solidFill>
                <a:schemeClr val="bg1"/>
              </a:solid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7" name="正方形/長方形 96"/>
              <p:cNvSpPr/>
              <p:nvPr/>
            </p:nvSpPr>
            <p:spPr>
              <a:xfrm>
                <a:off x="7960615" y="2003229"/>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98" name="正方形/長方形 97"/>
              <p:cNvSpPr/>
              <p:nvPr/>
            </p:nvSpPr>
            <p:spPr>
              <a:xfrm>
                <a:off x="7960615" y="2079598"/>
                <a:ext cx="487853" cy="45719"/>
              </a:xfrm>
              <a:prstGeom prst="rect">
                <a:avLst/>
              </a:prstGeom>
              <a:solidFill>
                <a:schemeClr val="accent3">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99" name="正方形/長方形 98"/>
              <p:cNvSpPr/>
              <p:nvPr/>
            </p:nvSpPr>
            <p:spPr>
              <a:xfrm>
                <a:off x="7957294" y="2159555"/>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100" name="正方形/長方形 99"/>
              <p:cNvSpPr/>
              <p:nvPr/>
            </p:nvSpPr>
            <p:spPr>
              <a:xfrm>
                <a:off x="7957294" y="2235924"/>
                <a:ext cx="487853" cy="45719"/>
              </a:xfrm>
              <a:prstGeom prst="rect">
                <a:avLst/>
              </a:prstGeom>
              <a:solidFill>
                <a:schemeClr val="accent3">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101" name="正方形/長方形 100"/>
              <p:cNvSpPr/>
              <p:nvPr/>
            </p:nvSpPr>
            <p:spPr>
              <a:xfrm>
                <a:off x="7957294" y="2315881"/>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b="1"/>
              </a:p>
            </p:txBody>
          </p:sp>
          <p:sp>
            <p:nvSpPr>
              <p:cNvPr id="102" name="正方形/長方形 101"/>
              <p:cNvSpPr/>
              <p:nvPr/>
            </p:nvSpPr>
            <p:spPr>
              <a:xfrm>
                <a:off x="7957294" y="2392250"/>
                <a:ext cx="487853" cy="45719"/>
              </a:xfrm>
              <a:prstGeom prst="rect">
                <a:avLst/>
              </a:prstGeom>
              <a:solidFill>
                <a:schemeClr val="accent3">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b="1"/>
              </a:p>
            </p:txBody>
          </p:sp>
          <p:sp>
            <p:nvSpPr>
              <p:cNvPr id="103" name="正方形/長方形 102"/>
              <p:cNvSpPr/>
              <p:nvPr/>
            </p:nvSpPr>
            <p:spPr>
              <a:xfrm>
                <a:off x="7957293" y="2470651"/>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grpSp>
        <p:grpSp>
          <p:nvGrpSpPr>
            <p:cNvPr id="35" name="グループ化 34"/>
            <p:cNvGrpSpPr/>
            <p:nvPr/>
          </p:nvGrpSpPr>
          <p:grpSpPr>
            <a:xfrm>
              <a:off x="8088307" y="1769564"/>
              <a:ext cx="563462" cy="642520"/>
              <a:chOff x="7869798" y="1896921"/>
              <a:chExt cx="682482" cy="706180"/>
            </a:xfrm>
          </p:grpSpPr>
          <p:sp>
            <p:nvSpPr>
              <p:cNvPr id="74" name="正方形/長方形 73"/>
              <p:cNvSpPr/>
              <p:nvPr/>
            </p:nvSpPr>
            <p:spPr>
              <a:xfrm rot="39585">
                <a:off x="7869798" y="1896921"/>
                <a:ext cx="682482" cy="706180"/>
              </a:xfrm>
              <a:prstGeom prst="rect">
                <a:avLst/>
              </a:prstGeom>
              <a:solidFill>
                <a:schemeClr val="bg1"/>
              </a:solid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6" name="正方形/長方形 75"/>
              <p:cNvSpPr/>
              <p:nvPr/>
            </p:nvSpPr>
            <p:spPr>
              <a:xfrm>
                <a:off x="7960615" y="2003229"/>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77" name="正方形/長方形 76"/>
              <p:cNvSpPr/>
              <p:nvPr/>
            </p:nvSpPr>
            <p:spPr>
              <a:xfrm>
                <a:off x="7960615" y="2079598"/>
                <a:ext cx="487853" cy="45719"/>
              </a:xfrm>
              <a:prstGeom prst="rect">
                <a:avLst/>
              </a:prstGeom>
              <a:solidFill>
                <a:schemeClr val="accent3">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78" name="正方形/長方形 77"/>
              <p:cNvSpPr/>
              <p:nvPr/>
            </p:nvSpPr>
            <p:spPr>
              <a:xfrm>
                <a:off x="7957294" y="2159555"/>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79" name="正方形/長方形 78"/>
              <p:cNvSpPr/>
              <p:nvPr/>
            </p:nvSpPr>
            <p:spPr>
              <a:xfrm>
                <a:off x="7957294" y="2235924"/>
                <a:ext cx="487853" cy="45719"/>
              </a:xfrm>
              <a:prstGeom prst="rect">
                <a:avLst/>
              </a:prstGeom>
              <a:solidFill>
                <a:schemeClr val="accent3">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80" name="正方形/長方形 79"/>
              <p:cNvSpPr/>
              <p:nvPr/>
            </p:nvSpPr>
            <p:spPr>
              <a:xfrm>
                <a:off x="7957294" y="2315881"/>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b="1"/>
              </a:p>
            </p:txBody>
          </p:sp>
          <p:sp>
            <p:nvSpPr>
              <p:cNvPr id="81" name="正方形/長方形 80"/>
              <p:cNvSpPr/>
              <p:nvPr/>
            </p:nvSpPr>
            <p:spPr>
              <a:xfrm>
                <a:off x="7957294" y="2392250"/>
                <a:ext cx="487853" cy="45719"/>
              </a:xfrm>
              <a:prstGeom prst="rect">
                <a:avLst/>
              </a:prstGeom>
              <a:solidFill>
                <a:schemeClr val="accent3">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b="1"/>
              </a:p>
            </p:txBody>
          </p:sp>
          <p:sp>
            <p:nvSpPr>
              <p:cNvPr id="82" name="正方形/長方形 81"/>
              <p:cNvSpPr/>
              <p:nvPr/>
            </p:nvSpPr>
            <p:spPr>
              <a:xfrm>
                <a:off x="7957293" y="2470651"/>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grpSp>
        <p:grpSp>
          <p:nvGrpSpPr>
            <p:cNvPr id="36" name="グループ化 35"/>
            <p:cNvGrpSpPr/>
            <p:nvPr/>
          </p:nvGrpSpPr>
          <p:grpSpPr>
            <a:xfrm>
              <a:off x="8023759" y="1812244"/>
              <a:ext cx="563462" cy="642520"/>
              <a:chOff x="7869798" y="1896921"/>
              <a:chExt cx="682482" cy="706180"/>
            </a:xfrm>
          </p:grpSpPr>
          <p:sp>
            <p:nvSpPr>
              <p:cNvPr id="66" name="正方形/長方形 65"/>
              <p:cNvSpPr/>
              <p:nvPr/>
            </p:nvSpPr>
            <p:spPr>
              <a:xfrm rot="39585">
                <a:off x="7869798" y="1896921"/>
                <a:ext cx="682482" cy="706180"/>
              </a:xfrm>
              <a:prstGeom prst="rect">
                <a:avLst/>
              </a:prstGeom>
              <a:solidFill>
                <a:schemeClr val="bg1"/>
              </a:solid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正方形/長方形 66"/>
              <p:cNvSpPr/>
              <p:nvPr/>
            </p:nvSpPr>
            <p:spPr>
              <a:xfrm>
                <a:off x="7960615" y="2003229"/>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68" name="正方形/長方形 67"/>
              <p:cNvSpPr/>
              <p:nvPr/>
            </p:nvSpPr>
            <p:spPr>
              <a:xfrm>
                <a:off x="7960615" y="2079598"/>
                <a:ext cx="487853" cy="45719"/>
              </a:xfrm>
              <a:prstGeom prst="rect">
                <a:avLst/>
              </a:prstGeom>
              <a:solidFill>
                <a:schemeClr val="accent3">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69" name="正方形/長方形 68"/>
              <p:cNvSpPr/>
              <p:nvPr/>
            </p:nvSpPr>
            <p:spPr>
              <a:xfrm>
                <a:off x="7957294" y="2159555"/>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70" name="正方形/長方形 69"/>
              <p:cNvSpPr/>
              <p:nvPr/>
            </p:nvSpPr>
            <p:spPr>
              <a:xfrm>
                <a:off x="7957294" y="2235924"/>
                <a:ext cx="487853" cy="45719"/>
              </a:xfrm>
              <a:prstGeom prst="rect">
                <a:avLst/>
              </a:prstGeom>
              <a:solidFill>
                <a:schemeClr val="accent3">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71" name="正方形/長方形 70"/>
              <p:cNvSpPr/>
              <p:nvPr/>
            </p:nvSpPr>
            <p:spPr>
              <a:xfrm>
                <a:off x="7957294" y="2315881"/>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b="1"/>
              </a:p>
            </p:txBody>
          </p:sp>
          <p:sp>
            <p:nvSpPr>
              <p:cNvPr id="72" name="正方形/長方形 71"/>
              <p:cNvSpPr/>
              <p:nvPr/>
            </p:nvSpPr>
            <p:spPr>
              <a:xfrm>
                <a:off x="7957294" y="2392250"/>
                <a:ext cx="487853" cy="45719"/>
              </a:xfrm>
              <a:prstGeom prst="rect">
                <a:avLst/>
              </a:prstGeom>
              <a:solidFill>
                <a:schemeClr val="accent3">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b="1"/>
              </a:p>
            </p:txBody>
          </p:sp>
          <p:sp>
            <p:nvSpPr>
              <p:cNvPr id="73" name="正方形/長方形 72"/>
              <p:cNvSpPr/>
              <p:nvPr/>
            </p:nvSpPr>
            <p:spPr>
              <a:xfrm>
                <a:off x="7957293" y="2470651"/>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grpSp>
        <p:grpSp>
          <p:nvGrpSpPr>
            <p:cNvPr id="37" name="グループ化 36"/>
            <p:cNvGrpSpPr/>
            <p:nvPr/>
          </p:nvGrpSpPr>
          <p:grpSpPr>
            <a:xfrm>
              <a:off x="7959211" y="1854924"/>
              <a:ext cx="563462" cy="642520"/>
              <a:chOff x="7869798" y="1896921"/>
              <a:chExt cx="682482" cy="706180"/>
            </a:xfrm>
          </p:grpSpPr>
          <p:sp>
            <p:nvSpPr>
              <p:cNvPr id="58" name="正方形/長方形 57"/>
              <p:cNvSpPr/>
              <p:nvPr/>
            </p:nvSpPr>
            <p:spPr>
              <a:xfrm rot="39585">
                <a:off x="7869798" y="1896921"/>
                <a:ext cx="682482" cy="706180"/>
              </a:xfrm>
              <a:prstGeom prst="rect">
                <a:avLst/>
              </a:prstGeom>
              <a:solidFill>
                <a:schemeClr val="bg1"/>
              </a:solid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正方形/長方形 58"/>
              <p:cNvSpPr/>
              <p:nvPr/>
            </p:nvSpPr>
            <p:spPr>
              <a:xfrm>
                <a:off x="7960615" y="2003229"/>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60" name="正方形/長方形 59"/>
              <p:cNvSpPr/>
              <p:nvPr/>
            </p:nvSpPr>
            <p:spPr>
              <a:xfrm>
                <a:off x="7960615" y="2079598"/>
                <a:ext cx="487853" cy="45719"/>
              </a:xfrm>
              <a:prstGeom prst="rect">
                <a:avLst/>
              </a:prstGeom>
              <a:solidFill>
                <a:schemeClr val="accent3">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61" name="正方形/長方形 60"/>
              <p:cNvSpPr/>
              <p:nvPr/>
            </p:nvSpPr>
            <p:spPr>
              <a:xfrm>
                <a:off x="7957294" y="2159555"/>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62" name="正方形/長方形 61"/>
              <p:cNvSpPr/>
              <p:nvPr/>
            </p:nvSpPr>
            <p:spPr>
              <a:xfrm>
                <a:off x="7957294" y="2235924"/>
                <a:ext cx="487853" cy="45719"/>
              </a:xfrm>
              <a:prstGeom prst="rect">
                <a:avLst/>
              </a:prstGeom>
              <a:solidFill>
                <a:schemeClr val="accent3">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63" name="正方形/長方形 62"/>
              <p:cNvSpPr/>
              <p:nvPr/>
            </p:nvSpPr>
            <p:spPr>
              <a:xfrm>
                <a:off x="7957294" y="2315881"/>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b="1"/>
              </a:p>
            </p:txBody>
          </p:sp>
          <p:sp>
            <p:nvSpPr>
              <p:cNvPr id="64" name="正方形/長方形 63"/>
              <p:cNvSpPr/>
              <p:nvPr/>
            </p:nvSpPr>
            <p:spPr>
              <a:xfrm>
                <a:off x="7957294" y="2392250"/>
                <a:ext cx="487853" cy="45719"/>
              </a:xfrm>
              <a:prstGeom prst="rect">
                <a:avLst/>
              </a:prstGeom>
              <a:solidFill>
                <a:schemeClr val="accent3">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b="1"/>
              </a:p>
            </p:txBody>
          </p:sp>
          <p:sp>
            <p:nvSpPr>
              <p:cNvPr id="65" name="正方形/長方形 64"/>
              <p:cNvSpPr/>
              <p:nvPr/>
            </p:nvSpPr>
            <p:spPr>
              <a:xfrm>
                <a:off x="7957293" y="2470651"/>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grpSp>
        <p:grpSp>
          <p:nvGrpSpPr>
            <p:cNvPr id="38" name="グループ化 37"/>
            <p:cNvGrpSpPr/>
            <p:nvPr/>
          </p:nvGrpSpPr>
          <p:grpSpPr>
            <a:xfrm>
              <a:off x="7894663" y="1897604"/>
              <a:ext cx="563462" cy="642520"/>
              <a:chOff x="7869798" y="1896921"/>
              <a:chExt cx="682482" cy="706180"/>
            </a:xfrm>
          </p:grpSpPr>
          <p:sp>
            <p:nvSpPr>
              <p:cNvPr id="39" name="正方形/長方形 38"/>
              <p:cNvSpPr/>
              <p:nvPr/>
            </p:nvSpPr>
            <p:spPr>
              <a:xfrm rot="39585">
                <a:off x="7869798" y="1896921"/>
                <a:ext cx="682482" cy="706180"/>
              </a:xfrm>
              <a:prstGeom prst="rect">
                <a:avLst/>
              </a:prstGeom>
              <a:solidFill>
                <a:schemeClr val="bg1"/>
              </a:solid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正方形/長方形 39"/>
              <p:cNvSpPr/>
              <p:nvPr/>
            </p:nvSpPr>
            <p:spPr>
              <a:xfrm>
                <a:off x="7960615" y="2003229"/>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41" name="正方形/長方形 40"/>
              <p:cNvSpPr/>
              <p:nvPr/>
            </p:nvSpPr>
            <p:spPr>
              <a:xfrm>
                <a:off x="7960615" y="2079598"/>
                <a:ext cx="487853" cy="45719"/>
              </a:xfrm>
              <a:prstGeom prst="rect">
                <a:avLst/>
              </a:prstGeom>
              <a:solidFill>
                <a:schemeClr val="accent3">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42" name="正方形/長方形 41"/>
              <p:cNvSpPr/>
              <p:nvPr/>
            </p:nvSpPr>
            <p:spPr>
              <a:xfrm>
                <a:off x="7957294" y="2159555"/>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53" name="正方形/長方形 52"/>
              <p:cNvSpPr/>
              <p:nvPr/>
            </p:nvSpPr>
            <p:spPr>
              <a:xfrm>
                <a:off x="7957294" y="2235924"/>
                <a:ext cx="487853" cy="45719"/>
              </a:xfrm>
              <a:prstGeom prst="rect">
                <a:avLst/>
              </a:prstGeom>
              <a:solidFill>
                <a:schemeClr val="accent3">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54" name="正方形/長方形 53"/>
              <p:cNvSpPr/>
              <p:nvPr/>
            </p:nvSpPr>
            <p:spPr>
              <a:xfrm>
                <a:off x="7957294" y="2315881"/>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b="1"/>
              </a:p>
            </p:txBody>
          </p:sp>
          <p:sp>
            <p:nvSpPr>
              <p:cNvPr id="55" name="正方形/長方形 54"/>
              <p:cNvSpPr/>
              <p:nvPr/>
            </p:nvSpPr>
            <p:spPr>
              <a:xfrm>
                <a:off x="7957294" y="2392250"/>
                <a:ext cx="487853" cy="45719"/>
              </a:xfrm>
              <a:prstGeom prst="rect">
                <a:avLst/>
              </a:prstGeom>
              <a:solidFill>
                <a:schemeClr val="accent3">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b="1"/>
              </a:p>
            </p:txBody>
          </p:sp>
          <p:sp>
            <p:nvSpPr>
              <p:cNvPr id="57" name="正方形/長方形 56"/>
              <p:cNvSpPr/>
              <p:nvPr/>
            </p:nvSpPr>
            <p:spPr>
              <a:xfrm>
                <a:off x="7957293" y="2470651"/>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grpSp>
      </p:grpSp>
      <p:grpSp>
        <p:nvGrpSpPr>
          <p:cNvPr id="112" name="グループ化 111"/>
          <p:cNvGrpSpPr/>
          <p:nvPr/>
        </p:nvGrpSpPr>
        <p:grpSpPr>
          <a:xfrm>
            <a:off x="9100905" y="3484362"/>
            <a:ext cx="1386771" cy="1178786"/>
            <a:chOff x="6625890" y="1942453"/>
            <a:chExt cx="1086175" cy="1127386"/>
          </a:xfrm>
        </p:grpSpPr>
        <p:sp>
          <p:nvSpPr>
            <p:cNvPr id="113" name="正方形/長方形 112"/>
            <p:cNvSpPr/>
            <p:nvPr/>
          </p:nvSpPr>
          <p:spPr>
            <a:xfrm>
              <a:off x="6625890" y="2075678"/>
              <a:ext cx="1086175" cy="994161"/>
            </a:xfrm>
            <a:prstGeom prst="rect">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4" name="片側の 2 つの角を丸めた四角形 113"/>
            <p:cNvSpPr/>
            <p:nvPr/>
          </p:nvSpPr>
          <p:spPr>
            <a:xfrm>
              <a:off x="6631786" y="1942453"/>
              <a:ext cx="1080279" cy="171558"/>
            </a:xfrm>
            <a:prstGeom prst="round2SameRect">
              <a:avLst>
                <a:gd name="adj1" fmla="val 50000"/>
                <a:gd name="adj2" fmla="val 0"/>
              </a:avLst>
            </a:prstGeom>
            <a:solidFill>
              <a:schemeClr val="accent6">
                <a:lumMod val="20000"/>
                <a:lumOff val="80000"/>
              </a:schemeClr>
            </a:solidFill>
            <a:ln w="19050">
              <a:solidFill>
                <a:schemeClr val="accent6"/>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115" name="正方形/長方形 114"/>
            <p:cNvSpPr/>
            <p:nvPr/>
          </p:nvSpPr>
          <p:spPr>
            <a:xfrm>
              <a:off x="6794144" y="2206615"/>
              <a:ext cx="769620" cy="95227"/>
            </a:xfrm>
            <a:prstGeom prst="rect">
              <a:avLst/>
            </a:prstGeom>
            <a:solidFill>
              <a:schemeClr val="accent6">
                <a:lumMod val="60000"/>
                <a:lumOff val="40000"/>
              </a:schemeClr>
            </a:solidFill>
            <a:ln>
              <a:solidFill>
                <a:schemeClr val="accent6"/>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116" name="正方形/長方形 115"/>
            <p:cNvSpPr/>
            <p:nvPr/>
          </p:nvSpPr>
          <p:spPr>
            <a:xfrm>
              <a:off x="6790191" y="2360162"/>
              <a:ext cx="769620" cy="95227"/>
            </a:xfrm>
            <a:prstGeom prst="rect">
              <a:avLst/>
            </a:prstGeom>
            <a:solidFill>
              <a:schemeClr val="accent6">
                <a:lumMod val="20000"/>
                <a:lumOff val="80000"/>
              </a:schemeClr>
            </a:solidFill>
            <a:ln>
              <a:solidFill>
                <a:schemeClr val="accent6"/>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117" name="正方形/長方形 116"/>
            <p:cNvSpPr/>
            <p:nvPr/>
          </p:nvSpPr>
          <p:spPr>
            <a:xfrm>
              <a:off x="6790191" y="2524586"/>
              <a:ext cx="769620" cy="95227"/>
            </a:xfrm>
            <a:prstGeom prst="rect">
              <a:avLst/>
            </a:prstGeom>
            <a:solidFill>
              <a:schemeClr val="accent6">
                <a:lumMod val="60000"/>
                <a:lumOff val="40000"/>
              </a:schemeClr>
            </a:solidFill>
            <a:ln>
              <a:solidFill>
                <a:schemeClr val="accent6"/>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118" name="正方形/長方形 117"/>
            <p:cNvSpPr/>
            <p:nvPr/>
          </p:nvSpPr>
          <p:spPr>
            <a:xfrm>
              <a:off x="6794144" y="2688900"/>
              <a:ext cx="769620" cy="95227"/>
            </a:xfrm>
            <a:prstGeom prst="rect">
              <a:avLst/>
            </a:prstGeom>
            <a:solidFill>
              <a:schemeClr val="accent6">
                <a:lumMod val="20000"/>
                <a:lumOff val="80000"/>
              </a:schemeClr>
            </a:solidFill>
            <a:ln>
              <a:solidFill>
                <a:schemeClr val="accent6"/>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119" name="正方形/長方形 118"/>
            <p:cNvSpPr/>
            <p:nvPr/>
          </p:nvSpPr>
          <p:spPr>
            <a:xfrm>
              <a:off x="6785426" y="2869738"/>
              <a:ext cx="769620" cy="95227"/>
            </a:xfrm>
            <a:prstGeom prst="rect">
              <a:avLst/>
            </a:prstGeom>
            <a:solidFill>
              <a:schemeClr val="accent6">
                <a:lumMod val="60000"/>
                <a:lumOff val="40000"/>
              </a:schemeClr>
            </a:solidFill>
            <a:ln>
              <a:solidFill>
                <a:schemeClr val="accent6"/>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grpSp>
      <p:sp>
        <p:nvSpPr>
          <p:cNvPr id="6" name="二等辺三角形 5"/>
          <p:cNvSpPr/>
          <p:nvPr/>
        </p:nvSpPr>
        <p:spPr>
          <a:xfrm>
            <a:off x="9396608" y="2951298"/>
            <a:ext cx="318452" cy="273182"/>
          </a:xfrm>
          <a:prstGeom prst="triangle">
            <a:avLst>
              <a:gd name="adj" fmla="val 10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20" name="図 119"/>
          <p:cNvPicPr>
            <a:picLocks noChangeAspect="1"/>
          </p:cNvPicPr>
          <p:nvPr/>
        </p:nvPicPr>
        <p:blipFill rotWithShape="1">
          <a:blip r:embed="rId6">
            <a:extLst>
              <a:ext uri="{BEBA8EAE-BF5A-486C-A8C5-ECC9F3942E4B}">
                <a14:imgProps xmlns:a14="http://schemas.microsoft.com/office/drawing/2010/main">
                  <a14:imgLayer r:embed="rId7">
                    <a14:imgEffect>
                      <a14:backgroundRemoval t="16114" b="96209" l="23077" r="97009"/>
                    </a14:imgEffect>
                  </a14:imgLayer>
                </a14:imgProps>
              </a:ext>
            </a:extLst>
          </a:blip>
          <a:srcRect l="21987" t="14420"/>
          <a:stretch/>
        </p:blipFill>
        <p:spPr>
          <a:xfrm>
            <a:off x="9790888" y="2247687"/>
            <a:ext cx="1176517" cy="1074122"/>
          </a:xfrm>
          <a:prstGeom prst="rect">
            <a:avLst/>
          </a:prstGeom>
        </p:spPr>
      </p:pic>
      <p:sp>
        <p:nvSpPr>
          <p:cNvPr id="121" name="テキスト ボックス 120"/>
          <p:cNvSpPr txBox="1"/>
          <p:nvPr/>
        </p:nvSpPr>
        <p:spPr>
          <a:xfrm>
            <a:off x="7444904" y="4194500"/>
            <a:ext cx="1252617" cy="646331"/>
          </a:xfrm>
          <a:prstGeom prst="rect">
            <a:avLst/>
          </a:prstGeom>
          <a:noFill/>
        </p:spPr>
        <p:txBody>
          <a:bodyPr wrap="square" rtlCol="0">
            <a:spAutoFit/>
          </a:bodyPr>
          <a:lstStyle/>
          <a:p>
            <a:pPr algn="ctr"/>
            <a:r>
              <a:rPr lang="ja-JP" altLang="en-US" b="1" dirty="0" smtClean="0">
                <a:solidFill>
                  <a:schemeClr val="tx1">
                    <a:lumMod val="65000"/>
                    <a:lumOff val="35000"/>
                  </a:schemeClr>
                </a:solidFill>
                <a:latin typeface="メイリオ" panose="020B0604030504040204" pitchFamily="50" charset="-128"/>
                <a:ea typeface="メイリオ" panose="020B0604030504040204" pitchFamily="50" charset="-128"/>
              </a:rPr>
              <a:t>帳票</a:t>
            </a:r>
            <a:endParaRPr lang="en-US" altLang="ja-JP" b="1" dirty="0" smtClean="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b="1" dirty="0" smtClean="0">
                <a:solidFill>
                  <a:schemeClr val="tx1">
                    <a:lumMod val="65000"/>
                    <a:lumOff val="35000"/>
                  </a:schemeClr>
                </a:solidFill>
                <a:latin typeface="メイリオ" panose="020B0604030504040204" pitchFamily="50" charset="-128"/>
                <a:ea typeface="メイリオ" panose="020B0604030504040204" pitchFamily="50" charset="-128"/>
              </a:rPr>
              <a:t>出力</a:t>
            </a:r>
            <a:endParaRPr kumimoji="1" lang="ja-JP" altLang="en-US"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62061321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a:xfrm>
            <a:off x="3100550" y="1605185"/>
            <a:ext cx="8156781" cy="4401541"/>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accent6"/>
              </a:solidFill>
            </a:endParaRPr>
          </a:p>
        </p:txBody>
      </p:sp>
      <p:grpSp>
        <p:nvGrpSpPr>
          <p:cNvPr id="131" name="グループ化 130"/>
          <p:cNvGrpSpPr/>
          <p:nvPr/>
        </p:nvGrpSpPr>
        <p:grpSpPr>
          <a:xfrm>
            <a:off x="5832428" y="3979236"/>
            <a:ext cx="5237487" cy="1783751"/>
            <a:chOff x="6935499" y="527718"/>
            <a:chExt cx="4968863" cy="1667519"/>
          </a:xfrm>
        </p:grpSpPr>
        <p:sp>
          <p:nvSpPr>
            <p:cNvPr id="132" name="角丸四角形 131"/>
            <p:cNvSpPr/>
            <p:nvPr/>
          </p:nvSpPr>
          <p:spPr>
            <a:xfrm>
              <a:off x="7718368" y="596496"/>
              <a:ext cx="4185994" cy="1493177"/>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363" rtl="0" eaLnBrk="1" latinLnBrk="0" hangingPunct="1">
                <a:defRPr kumimoji="1" sz="1800" kern="1200">
                  <a:solidFill>
                    <a:schemeClr val="lt1"/>
                  </a:solidFill>
                  <a:latin typeface="+mn-lt"/>
                  <a:ea typeface="+mn-ea"/>
                  <a:cs typeface="+mn-cs"/>
                </a:defRPr>
              </a:lvl1pPr>
              <a:lvl2pPr marL="457182" algn="l" defTabSz="914363" rtl="0" eaLnBrk="1" latinLnBrk="0" hangingPunct="1">
                <a:defRPr kumimoji="1" sz="1800" kern="1200">
                  <a:solidFill>
                    <a:schemeClr val="lt1"/>
                  </a:solidFill>
                  <a:latin typeface="+mn-lt"/>
                  <a:ea typeface="+mn-ea"/>
                  <a:cs typeface="+mn-cs"/>
                </a:defRPr>
              </a:lvl2pPr>
              <a:lvl3pPr marL="914363" algn="l" defTabSz="914363" rtl="0" eaLnBrk="1" latinLnBrk="0" hangingPunct="1">
                <a:defRPr kumimoji="1" sz="1800" kern="1200">
                  <a:solidFill>
                    <a:schemeClr val="lt1"/>
                  </a:solidFill>
                  <a:latin typeface="+mn-lt"/>
                  <a:ea typeface="+mn-ea"/>
                  <a:cs typeface="+mn-cs"/>
                </a:defRPr>
              </a:lvl3pPr>
              <a:lvl4pPr marL="1371545" algn="l" defTabSz="914363" rtl="0" eaLnBrk="1" latinLnBrk="0" hangingPunct="1">
                <a:defRPr kumimoji="1" sz="1800" kern="1200">
                  <a:solidFill>
                    <a:schemeClr val="lt1"/>
                  </a:solidFill>
                  <a:latin typeface="+mn-lt"/>
                  <a:ea typeface="+mn-ea"/>
                  <a:cs typeface="+mn-cs"/>
                </a:defRPr>
              </a:lvl4pPr>
              <a:lvl5pPr marL="1828727" algn="l" defTabSz="914363" rtl="0" eaLnBrk="1" latinLnBrk="0" hangingPunct="1">
                <a:defRPr kumimoji="1" sz="1800" kern="1200">
                  <a:solidFill>
                    <a:schemeClr val="lt1"/>
                  </a:solidFill>
                  <a:latin typeface="+mn-lt"/>
                  <a:ea typeface="+mn-ea"/>
                  <a:cs typeface="+mn-cs"/>
                </a:defRPr>
              </a:lvl5pPr>
              <a:lvl6pPr marL="2285909" algn="l" defTabSz="914363" rtl="0" eaLnBrk="1" latinLnBrk="0" hangingPunct="1">
                <a:defRPr kumimoji="1" sz="1800" kern="1200">
                  <a:solidFill>
                    <a:schemeClr val="lt1"/>
                  </a:solidFill>
                  <a:latin typeface="+mn-lt"/>
                  <a:ea typeface="+mn-ea"/>
                  <a:cs typeface="+mn-cs"/>
                </a:defRPr>
              </a:lvl6pPr>
              <a:lvl7pPr marL="2743090" algn="l" defTabSz="914363" rtl="0" eaLnBrk="1" latinLnBrk="0" hangingPunct="1">
                <a:defRPr kumimoji="1" sz="1800" kern="1200">
                  <a:solidFill>
                    <a:schemeClr val="lt1"/>
                  </a:solidFill>
                  <a:latin typeface="+mn-lt"/>
                  <a:ea typeface="+mn-ea"/>
                  <a:cs typeface="+mn-cs"/>
                </a:defRPr>
              </a:lvl7pPr>
              <a:lvl8pPr marL="3200272" algn="l" defTabSz="914363" rtl="0" eaLnBrk="1" latinLnBrk="0" hangingPunct="1">
                <a:defRPr kumimoji="1" sz="1800" kern="1200">
                  <a:solidFill>
                    <a:schemeClr val="lt1"/>
                  </a:solidFill>
                  <a:latin typeface="+mn-lt"/>
                  <a:ea typeface="+mn-ea"/>
                  <a:cs typeface="+mn-cs"/>
                </a:defRPr>
              </a:lvl8pPr>
              <a:lvl9pPr marL="3657454" algn="l" defTabSz="914363" rtl="0" eaLnBrk="1" latinLnBrk="0" hangingPunct="1">
                <a:defRPr kumimoji="1" sz="1800" kern="1200">
                  <a:solidFill>
                    <a:schemeClr val="lt1"/>
                  </a:solidFill>
                  <a:latin typeface="+mn-lt"/>
                  <a:ea typeface="+mn-ea"/>
                  <a:cs typeface="+mn-cs"/>
                </a:defRPr>
              </a:lvl9pPr>
            </a:lstStyle>
            <a:p>
              <a:pPr algn="ctr"/>
              <a:endParaRPr kumimoji="1" lang="ja-JP" altLang="en-US">
                <a:latin typeface="メイリオ" panose="020B0604030504040204" pitchFamily="50" charset="-128"/>
                <a:ea typeface="メイリオ" panose="020B0604030504040204" pitchFamily="50" charset="-128"/>
              </a:endParaRPr>
            </a:p>
          </p:txBody>
        </p:sp>
        <p:sp>
          <p:nvSpPr>
            <p:cNvPr id="133" name="角丸四角形 132"/>
            <p:cNvSpPr/>
            <p:nvPr/>
          </p:nvSpPr>
          <p:spPr>
            <a:xfrm rot="5400000">
              <a:off x="6979533" y="483684"/>
              <a:ext cx="1667519" cy="1755587"/>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363" rtl="0" eaLnBrk="1" latinLnBrk="0" hangingPunct="1">
                <a:defRPr kumimoji="1" sz="1800" kern="1200">
                  <a:solidFill>
                    <a:schemeClr val="lt1"/>
                  </a:solidFill>
                  <a:latin typeface="+mn-lt"/>
                  <a:ea typeface="+mn-ea"/>
                  <a:cs typeface="+mn-cs"/>
                </a:defRPr>
              </a:lvl1pPr>
              <a:lvl2pPr marL="457182" algn="l" defTabSz="914363" rtl="0" eaLnBrk="1" latinLnBrk="0" hangingPunct="1">
                <a:defRPr kumimoji="1" sz="1800" kern="1200">
                  <a:solidFill>
                    <a:schemeClr val="lt1"/>
                  </a:solidFill>
                  <a:latin typeface="+mn-lt"/>
                  <a:ea typeface="+mn-ea"/>
                  <a:cs typeface="+mn-cs"/>
                </a:defRPr>
              </a:lvl2pPr>
              <a:lvl3pPr marL="914363" algn="l" defTabSz="914363" rtl="0" eaLnBrk="1" latinLnBrk="0" hangingPunct="1">
                <a:defRPr kumimoji="1" sz="1800" kern="1200">
                  <a:solidFill>
                    <a:schemeClr val="lt1"/>
                  </a:solidFill>
                  <a:latin typeface="+mn-lt"/>
                  <a:ea typeface="+mn-ea"/>
                  <a:cs typeface="+mn-cs"/>
                </a:defRPr>
              </a:lvl3pPr>
              <a:lvl4pPr marL="1371545" algn="l" defTabSz="914363" rtl="0" eaLnBrk="1" latinLnBrk="0" hangingPunct="1">
                <a:defRPr kumimoji="1" sz="1800" kern="1200">
                  <a:solidFill>
                    <a:schemeClr val="lt1"/>
                  </a:solidFill>
                  <a:latin typeface="+mn-lt"/>
                  <a:ea typeface="+mn-ea"/>
                  <a:cs typeface="+mn-cs"/>
                </a:defRPr>
              </a:lvl4pPr>
              <a:lvl5pPr marL="1828727" algn="l" defTabSz="914363" rtl="0" eaLnBrk="1" latinLnBrk="0" hangingPunct="1">
                <a:defRPr kumimoji="1" sz="1800" kern="1200">
                  <a:solidFill>
                    <a:schemeClr val="lt1"/>
                  </a:solidFill>
                  <a:latin typeface="+mn-lt"/>
                  <a:ea typeface="+mn-ea"/>
                  <a:cs typeface="+mn-cs"/>
                </a:defRPr>
              </a:lvl5pPr>
              <a:lvl6pPr marL="2285909" algn="l" defTabSz="914363" rtl="0" eaLnBrk="1" latinLnBrk="0" hangingPunct="1">
                <a:defRPr kumimoji="1" sz="1800" kern="1200">
                  <a:solidFill>
                    <a:schemeClr val="lt1"/>
                  </a:solidFill>
                  <a:latin typeface="+mn-lt"/>
                  <a:ea typeface="+mn-ea"/>
                  <a:cs typeface="+mn-cs"/>
                </a:defRPr>
              </a:lvl6pPr>
              <a:lvl7pPr marL="2743090" algn="l" defTabSz="914363" rtl="0" eaLnBrk="1" latinLnBrk="0" hangingPunct="1">
                <a:defRPr kumimoji="1" sz="1800" kern="1200">
                  <a:solidFill>
                    <a:schemeClr val="lt1"/>
                  </a:solidFill>
                  <a:latin typeface="+mn-lt"/>
                  <a:ea typeface="+mn-ea"/>
                  <a:cs typeface="+mn-cs"/>
                </a:defRPr>
              </a:lvl7pPr>
              <a:lvl8pPr marL="3200272" algn="l" defTabSz="914363" rtl="0" eaLnBrk="1" latinLnBrk="0" hangingPunct="1">
                <a:defRPr kumimoji="1" sz="1800" kern="1200">
                  <a:solidFill>
                    <a:schemeClr val="lt1"/>
                  </a:solidFill>
                  <a:latin typeface="+mn-lt"/>
                  <a:ea typeface="+mn-ea"/>
                  <a:cs typeface="+mn-cs"/>
                </a:defRPr>
              </a:lvl8pPr>
              <a:lvl9pPr marL="3657454" algn="l" defTabSz="914363"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134" name="角丸四角形 133"/>
            <p:cNvSpPr/>
            <p:nvPr/>
          </p:nvSpPr>
          <p:spPr>
            <a:xfrm>
              <a:off x="7073178" y="651269"/>
              <a:ext cx="1480229" cy="1420417"/>
            </a:xfrm>
            <a:prstGeom prst="roundRect">
              <a:avLst/>
            </a:prstGeom>
            <a:solidFill>
              <a:schemeClr val="bg1"/>
            </a:solidFill>
            <a:ln>
              <a:noFill/>
            </a:ln>
            <a:effectLst>
              <a:outerShdw blurRad="76200" dist="38100" dir="5460000" sx="101000" sy="101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363" rtl="0" eaLnBrk="1" latinLnBrk="0" hangingPunct="1">
                <a:defRPr kumimoji="1" sz="1800" kern="1200">
                  <a:solidFill>
                    <a:schemeClr val="lt1"/>
                  </a:solidFill>
                  <a:latin typeface="+mn-lt"/>
                  <a:ea typeface="+mn-ea"/>
                  <a:cs typeface="+mn-cs"/>
                </a:defRPr>
              </a:lvl1pPr>
              <a:lvl2pPr marL="457182" algn="l" defTabSz="914363" rtl="0" eaLnBrk="1" latinLnBrk="0" hangingPunct="1">
                <a:defRPr kumimoji="1" sz="1800" kern="1200">
                  <a:solidFill>
                    <a:schemeClr val="lt1"/>
                  </a:solidFill>
                  <a:latin typeface="+mn-lt"/>
                  <a:ea typeface="+mn-ea"/>
                  <a:cs typeface="+mn-cs"/>
                </a:defRPr>
              </a:lvl2pPr>
              <a:lvl3pPr marL="914363" algn="l" defTabSz="914363" rtl="0" eaLnBrk="1" latinLnBrk="0" hangingPunct="1">
                <a:defRPr kumimoji="1" sz="1800" kern="1200">
                  <a:solidFill>
                    <a:schemeClr val="lt1"/>
                  </a:solidFill>
                  <a:latin typeface="+mn-lt"/>
                  <a:ea typeface="+mn-ea"/>
                  <a:cs typeface="+mn-cs"/>
                </a:defRPr>
              </a:lvl3pPr>
              <a:lvl4pPr marL="1371545" algn="l" defTabSz="914363" rtl="0" eaLnBrk="1" latinLnBrk="0" hangingPunct="1">
                <a:defRPr kumimoji="1" sz="1800" kern="1200">
                  <a:solidFill>
                    <a:schemeClr val="lt1"/>
                  </a:solidFill>
                  <a:latin typeface="+mn-lt"/>
                  <a:ea typeface="+mn-ea"/>
                  <a:cs typeface="+mn-cs"/>
                </a:defRPr>
              </a:lvl4pPr>
              <a:lvl5pPr marL="1828727" algn="l" defTabSz="914363" rtl="0" eaLnBrk="1" latinLnBrk="0" hangingPunct="1">
                <a:defRPr kumimoji="1" sz="1800" kern="1200">
                  <a:solidFill>
                    <a:schemeClr val="lt1"/>
                  </a:solidFill>
                  <a:latin typeface="+mn-lt"/>
                  <a:ea typeface="+mn-ea"/>
                  <a:cs typeface="+mn-cs"/>
                </a:defRPr>
              </a:lvl5pPr>
              <a:lvl6pPr marL="2285909" algn="l" defTabSz="914363" rtl="0" eaLnBrk="1" latinLnBrk="0" hangingPunct="1">
                <a:defRPr kumimoji="1" sz="1800" kern="1200">
                  <a:solidFill>
                    <a:schemeClr val="lt1"/>
                  </a:solidFill>
                  <a:latin typeface="+mn-lt"/>
                  <a:ea typeface="+mn-ea"/>
                  <a:cs typeface="+mn-cs"/>
                </a:defRPr>
              </a:lvl6pPr>
              <a:lvl7pPr marL="2743090" algn="l" defTabSz="914363" rtl="0" eaLnBrk="1" latinLnBrk="0" hangingPunct="1">
                <a:defRPr kumimoji="1" sz="1800" kern="1200">
                  <a:solidFill>
                    <a:schemeClr val="lt1"/>
                  </a:solidFill>
                  <a:latin typeface="+mn-lt"/>
                  <a:ea typeface="+mn-ea"/>
                  <a:cs typeface="+mn-cs"/>
                </a:defRPr>
              </a:lvl7pPr>
              <a:lvl8pPr marL="3200272" algn="l" defTabSz="914363" rtl="0" eaLnBrk="1" latinLnBrk="0" hangingPunct="1">
                <a:defRPr kumimoji="1" sz="1800" kern="1200">
                  <a:solidFill>
                    <a:schemeClr val="lt1"/>
                  </a:solidFill>
                  <a:latin typeface="+mn-lt"/>
                  <a:ea typeface="+mn-ea"/>
                  <a:cs typeface="+mn-cs"/>
                </a:defRPr>
              </a:lvl8pPr>
              <a:lvl9pPr marL="3657454" algn="l" defTabSz="914363" rtl="0" eaLnBrk="1" latinLnBrk="0" hangingPunct="1">
                <a:defRPr kumimoji="1" sz="1800" kern="1200">
                  <a:solidFill>
                    <a:schemeClr val="lt1"/>
                  </a:solidFill>
                  <a:latin typeface="+mn-lt"/>
                  <a:ea typeface="+mn-ea"/>
                  <a:cs typeface="+mn-cs"/>
                </a:defRPr>
              </a:lvl9pPr>
            </a:lstStyle>
            <a:p>
              <a:pPr algn="ctr"/>
              <a:endParaRPr kumimoji="1" lang="ja-JP" altLang="en-US" dirty="0"/>
            </a:p>
          </p:txBody>
        </p:sp>
      </p:grpSp>
      <p:grpSp>
        <p:nvGrpSpPr>
          <p:cNvPr id="126" name="グループ化 125"/>
          <p:cNvGrpSpPr/>
          <p:nvPr/>
        </p:nvGrpSpPr>
        <p:grpSpPr>
          <a:xfrm>
            <a:off x="5807966" y="1963598"/>
            <a:ext cx="5261949" cy="1783751"/>
            <a:chOff x="6935499" y="527718"/>
            <a:chExt cx="4968863" cy="1667519"/>
          </a:xfrm>
        </p:grpSpPr>
        <p:sp>
          <p:nvSpPr>
            <p:cNvPr id="127" name="角丸四角形 126"/>
            <p:cNvSpPr/>
            <p:nvPr/>
          </p:nvSpPr>
          <p:spPr>
            <a:xfrm>
              <a:off x="7718368" y="596496"/>
              <a:ext cx="4185994" cy="1493177"/>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363" rtl="0" eaLnBrk="1" latinLnBrk="0" hangingPunct="1">
                <a:defRPr kumimoji="1" sz="1800" kern="1200">
                  <a:solidFill>
                    <a:schemeClr val="lt1"/>
                  </a:solidFill>
                  <a:latin typeface="+mn-lt"/>
                  <a:ea typeface="+mn-ea"/>
                  <a:cs typeface="+mn-cs"/>
                </a:defRPr>
              </a:lvl1pPr>
              <a:lvl2pPr marL="457182" algn="l" defTabSz="914363" rtl="0" eaLnBrk="1" latinLnBrk="0" hangingPunct="1">
                <a:defRPr kumimoji="1" sz="1800" kern="1200">
                  <a:solidFill>
                    <a:schemeClr val="lt1"/>
                  </a:solidFill>
                  <a:latin typeface="+mn-lt"/>
                  <a:ea typeface="+mn-ea"/>
                  <a:cs typeface="+mn-cs"/>
                </a:defRPr>
              </a:lvl2pPr>
              <a:lvl3pPr marL="914363" algn="l" defTabSz="914363" rtl="0" eaLnBrk="1" latinLnBrk="0" hangingPunct="1">
                <a:defRPr kumimoji="1" sz="1800" kern="1200">
                  <a:solidFill>
                    <a:schemeClr val="lt1"/>
                  </a:solidFill>
                  <a:latin typeface="+mn-lt"/>
                  <a:ea typeface="+mn-ea"/>
                  <a:cs typeface="+mn-cs"/>
                </a:defRPr>
              </a:lvl3pPr>
              <a:lvl4pPr marL="1371545" algn="l" defTabSz="914363" rtl="0" eaLnBrk="1" latinLnBrk="0" hangingPunct="1">
                <a:defRPr kumimoji="1" sz="1800" kern="1200">
                  <a:solidFill>
                    <a:schemeClr val="lt1"/>
                  </a:solidFill>
                  <a:latin typeface="+mn-lt"/>
                  <a:ea typeface="+mn-ea"/>
                  <a:cs typeface="+mn-cs"/>
                </a:defRPr>
              </a:lvl4pPr>
              <a:lvl5pPr marL="1828727" algn="l" defTabSz="914363" rtl="0" eaLnBrk="1" latinLnBrk="0" hangingPunct="1">
                <a:defRPr kumimoji="1" sz="1800" kern="1200">
                  <a:solidFill>
                    <a:schemeClr val="lt1"/>
                  </a:solidFill>
                  <a:latin typeface="+mn-lt"/>
                  <a:ea typeface="+mn-ea"/>
                  <a:cs typeface="+mn-cs"/>
                </a:defRPr>
              </a:lvl5pPr>
              <a:lvl6pPr marL="2285909" algn="l" defTabSz="914363" rtl="0" eaLnBrk="1" latinLnBrk="0" hangingPunct="1">
                <a:defRPr kumimoji="1" sz="1800" kern="1200">
                  <a:solidFill>
                    <a:schemeClr val="lt1"/>
                  </a:solidFill>
                  <a:latin typeface="+mn-lt"/>
                  <a:ea typeface="+mn-ea"/>
                  <a:cs typeface="+mn-cs"/>
                </a:defRPr>
              </a:lvl6pPr>
              <a:lvl7pPr marL="2743090" algn="l" defTabSz="914363" rtl="0" eaLnBrk="1" latinLnBrk="0" hangingPunct="1">
                <a:defRPr kumimoji="1" sz="1800" kern="1200">
                  <a:solidFill>
                    <a:schemeClr val="lt1"/>
                  </a:solidFill>
                  <a:latin typeface="+mn-lt"/>
                  <a:ea typeface="+mn-ea"/>
                  <a:cs typeface="+mn-cs"/>
                </a:defRPr>
              </a:lvl7pPr>
              <a:lvl8pPr marL="3200272" algn="l" defTabSz="914363" rtl="0" eaLnBrk="1" latinLnBrk="0" hangingPunct="1">
                <a:defRPr kumimoji="1" sz="1800" kern="1200">
                  <a:solidFill>
                    <a:schemeClr val="lt1"/>
                  </a:solidFill>
                  <a:latin typeface="+mn-lt"/>
                  <a:ea typeface="+mn-ea"/>
                  <a:cs typeface="+mn-cs"/>
                </a:defRPr>
              </a:lvl8pPr>
              <a:lvl9pPr marL="3657454" algn="l" defTabSz="914363" rtl="0" eaLnBrk="1" latinLnBrk="0" hangingPunct="1">
                <a:defRPr kumimoji="1" sz="1800" kern="1200">
                  <a:solidFill>
                    <a:schemeClr val="lt1"/>
                  </a:solidFill>
                  <a:latin typeface="+mn-lt"/>
                  <a:ea typeface="+mn-ea"/>
                  <a:cs typeface="+mn-cs"/>
                </a:defRPr>
              </a:lvl9pPr>
            </a:lstStyle>
            <a:p>
              <a:pPr algn="ctr"/>
              <a:endParaRPr kumimoji="1" lang="ja-JP" altLang="en-US">
                <a:latin typeface="メイリオ" panose="020B0604030504040204" pitchFamily="50" charset="-128"/>
                <a:ea typeface="メイリオ" panose="020B0604030504040204" pitchFamily="50" charset="-128"/>
              </a:endParaRPr>
            </a:p>
          </p:txBody>
        </p:sp>
        <p:sp>
          <p:nvSpPr>
            <p:cNvPr id="128" name="角丸四角形 127"/>
            <p:cNvSpPr/>
            <p:nvPr/>
          </p:nvSpPr>
          <p:spPr>
            <a:xfrm rot="5400000">
              <a:off x="6979533" y="483684"/>
              <a:ext cx="1667519" cy="1755587"/>
            </a:xfrm>
            <a:prstGeom prst="roundRect">
              <a:avLst/>
            </a:prstGeom>
            <a:solidFill>
              <a:srgbClr val="EEB0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363" rtl="0" eaLnBrk="1" latinLnBrk="0" hangingPunct="1">
                <a:defRPr kumimoji="1" sz="1800" kern="1200">
                  <a:solidFill>
                    <a:schemeClr val="lt1"/>
                  </a:solidFill>
                  <a:latin typeface="+mn-lt"/>
                  <a:ea typeface="+mn-ea"/>
                  <a:cs typeface="+mn-cs"/>
                </a:defRPr>
              </a:lvl1pPr>
              <a:lvl2pPr marL="457182" algn="l" defTabSz="914363" rtl="0" eaLnBrk="1" latinLnBrk="0" hangingPunct="1">
                <a:defRPr kumimoji="1" sz="1800" kern="1200">
                  <a:solidFill>
                    <a:schemeClr val="lt1"/>
                  </a:solidFill>
                  <a:latin typeface="+mn-lt"/>
                  <a:ea typeface="+mn-ea"/>
                  <a:cs typeface="+mn-cs"/>
                </a:defRPr>
              </a:lvl2pPr>
              <a:lvl3pPr marL="914363" algn="l" defTabSz="914363" rtl="0" eaLnBrk="1" latinLnBrk="0" hangingPunct="1">
                <a:defRPr kumimoji="1" sz="1800" kern="1200">
                  <a:solidFill>
                    <a:schemeClr val="lt1"/>
                  </a:solidFill>
                  <a:latin typeface="+mn-lt"/>
                  <a:ea typeface="+mn-ea"/>
                  <a:cs typeface="+mn-cs"/>
                </a:defRPr>
              </a:lvl3pPr>
              <a:lvl4pPr marL="1371545" algn="l" defTabSz="914363" rtl="0" eaLnBrk="1" latinLnBrk="0" hangingPunct="1">
                <a:defRPr kumimoji="1" sz="1800" kern="1200">
                  <a:solidFill>
                    <a:schemeClr val="lt1"/>
                  </a:solidFill>
                  <a:latin typeface="+mn-lt"/>
                  <a:ea typeface="+mn-ea"/>
                  <a:cs typeface="+mn-cs"/>
                </a:defRPr>
              </a:lvl4pPr>
              <a:lvl5pPr marL="1828727" algn="l" defTabSz="914363" rtl="0" eaLnBrk="1" latinLnBrk="0" hangingPunct="1">
                <a:defRPr kumimoji="1" sz="1800" kern="1200">
                  <a:solidFill>
                    <a:schemeClr val="lt1"/>
                  </a:solidFill>
                  <a:latin typeface="+mn-lt"/>
                  <a:ea typeface="+mn-ea"/>
                  <a:cs typeface="+mn-cs"/>
                </a:defRPr>
              </a:lvl5pPr>
              <a:lvl6pPr marL="2285909" algn="l" defTabSz="914363" rtl="0" eaLnBrk="1" latinLnBrk="0" hangingPunct="1">
                <a:defRPr kumimoji="1" sz="1800" kern="1200">
                  <a:solidFill>
                    <a:schemeClr val="lt1"/>
                  </a:solidFill>
                  <a:latin typeface="+mn-lt"/>
                  <a:ea typeface="+mn-ea"/>
                  <a:cs typeface="+mn-cs"/>
                </a:defRPr>
              </a:lvl6pPr>
              <a:lvl7pPr marL="2743090" algn="l" defTabSz="914363" rtl="0" eaLnBrk="1" latinLnBrk="0" hangingPunct="1">
                <a:defRPr kumimoji="1" sz="1800" kern="1200">
                  <a:solidFill>
                    <a:schemeClr val="lt1"/>
                  </a:solidFill>
                  <a:latin typeface="+mn-lt"/>
                  <a:ea typeface="+mn-ea"/>
                  <a:cs typeface="+mn-cs"/>
                </a:defRPr>
              </a:lvl7pPr>
              <a:lvl8pPr marL="3200272" algn="l" defTabSz="914363" rtl="0" eaLnBrk="1" latinLnBrk="0" hangingPunct="1">
                <a:defRPr kumimoji="1" sz="1800" kern="1200">
                  <a:solidFill>
                    <a:schemeClr val="lt1"/>
                  </a:solidFill>
                  <a:latin typeface="+mn-lt"/>
                  <a:ea typeface="+mn-ea"/>
                  <a:cs typeface="+mn-cs"/>
                </a:defRPr>
              </a:lvl8pPr>
              <a:lvl9pPr marL="3657454" algn="l" defTabSz="914363"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129" name="角丸四角形 128"/>
            <p:cNvSpPr/>
            <p:nvPr/>
          </p:nvSpPr>
          <p:spPr>
            <a:xfrm>
              <a:off x="7073178" y="651269"/>
              <a:ext cx="1480229" cy="1420417"/>
            </a:xfrm>
            <a:prstGeom prst="roundRect">
              <a:avLst/>
            </a:prstGeom>
            <a:solidFill>
              <a:schemeClr val="bg1"/>
            </a:solidFill>
            <a:ln>
              <a:noFill/>
            </a:ln>
            <a:effectLst>
              <a:outerShdw blurRad="76200" dist="38100" dir="5460000" sx="101000" sy="101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363" rtl="0" eaLnBrk="1" latinLnBrk="0" hangingPunct="1">
                <a:defRPr kumimoji="1" sz="1800" kern="1200">
                  <a:solidFill>
                    <a:schemeClr val="lt1"/>
                  </a:solidFill>
                  <a:latin typeface="+mn-lt"/>
                  <a:ea typeface="+mn-ea"/>
                  <a:cs typeface="+mn-cs"/>
                </a:defRPr>
              </a:lvl1pPr>
              <a:lvl2pPr marL="457182" algn="l" defTabSz="914363" rtl="0" eaLnBrk="1" latinLnBrk="0" hangingPunct="1">
                <a:defRPr kumimoji="1" sz="1800" kern="1200">
                  <a:solidFill>
                    <a:schemeClr val="lt1"/>
                  </a:solidFill>
                  <a:latin typeface="+mn-lt"/>
                  <a:ea typeface="+mn-ea"/>
                  <a:cs typeface="+mn-cs"/>
                </a:defRPr>
              </a:lvl2pPr>
              <a:lvl3pPr marL="914363" algn="l" defTabSz="914363" rtl="0" eaLnBrk="1" latinLnBrk="0" hangingPunct="1">
                <a:defRPr kumimoji="1" sz="1800" kern="1200">
                  <a:solidFill>
                    <a:schemeClr val="lt1"/>
                  </a:solidFill>
                  <a:latin typeface="+mn-lt"/>
                  <a:ea typeface="+mn-ea"/>
                  <a:cs typeface="+mn-cs"/>
                </a:defRPr>
              </a:lvl3pPr>
              <a:lvl4pPr marL="1371545" algn="l" defTabSz="914363" rtl="0" eaLnBrk="1" latinLnBrk="0" hangingPunct="1">
                <a:defRPr kumimoji="1" sz="1800" kern="1200">
                  <a:solidFill>
                    <a:schemeClr val="lt1"/>
                  </a:solidFill>
                  <a:latin typeface="+mn-lt"/>
                  <a:ea typeface="+mn-ea"/>
                  <a:cs typeface="+mn-cs"/>
                </a:defRPr>
              </a:lvl4pPr>
              <a:lvl5pPr marL="1828727" algn="l" defTabSz="914363" rtl="0" eaLnBrk="1" latinLnBrk="0" hangingPunct="1">
                <a:defRPr kumimoji="1" sz="1800" kern="1200">
                  <a:solidFill>
                    <a:schemeClr val="lt1"/>
                  </a:solidFill>
                  <a:latin typeface="+mn-lt"/>
                  <a:ea typeface="+mn-ea"/>
                  <a:cs typeface="+mn-cs"/>
                </a:defRPr>
              </a:lvl5pPr>
              <a:lvl6pPr marL="2285909" algn="l" defTabSz="914363" rtl="0" eaLnBrk="1" latinLnBrk="0" hangingPunct="1">
                <a:defRPr kumimoji="1" sz="1800" kern="1200">
                  <a:solidFill>
                    <a:schemeClr val="lt1"/>
                  </a:solidFill>
                  <a:latin typeface="+mn-lt"/>
                  <a:ea typeface="+mn-ea"/>
                  <a:cs typeface="+mn-cs"/>
                </a:defRPr>
              </a:lvl6pPr>
              <a:lvl7pPr marL="2743090" algn="l" defTabSz="914363" rtl="0" eaLnBrk="1" latinLnBrk="0" hangingPunct="1">
                <a:defRPr kumimoji="1" sz="1800" kern="1200">
                  <a:solidFill>
                    <a:schemeClr val="lt1"/>
                  </a:solidFill>
                  <a:latin typeface="+mn-lt"/>
                  <a:ea typeface="+mn-ea"/>
                  <a:cs typeface="+mn-cs"/>
                </a:defRPr>
              </a:lvl7pPr>
              <a:lvl8pPr marL="3200272" algn="l" defTabSz="914363" rtl="0" eaLnBrk="1" latinLnBrk="0" hangingPunct="1">
                <a:defRPr kumimoji="1" sz="1800" kern="1200">
                  <a:solidFill>
                    <a:schemeClr val="lt1"/>
                  </a:solidFill>
                  <a:latin typeface="+mn-lt"/>
                  <a:ea typeface="+mn-ea"/>
                  <a:cs typeface="+mn-cs"/>
                </a:defRPr>
              </a:lvl8pPr>
              <a:lvl9pPr marL="3657454" algn="l" defTabSz="914363" rtl="0" eaLnBrk="1" latinLnBrk="0" hangingPunct="1">
                <a:defRPr kumimoji="1" sz="1800" kern="1200">
                  <a:solidFill>
                    <a:schemeClr val="lt1"/>
                  </a:solidFill>
                  <a:latin typeface="+mn-lt"/>
                  <a:ea typeface="+mn-ea"/>
                  <a:cs typeface="+mn-cs"/>
                </a:defRPr>
              </a:lvl9pPr>
            </a:lstStyle>
            <a:p>
              <a:pPr algn="ctr"/>
              <a:endParaRPr kumimoji="1" lang="ja-JP" altLang="en-US"/>
            </a:p>
          </p:txBody>
        </p:sp>
      </p:grpSp>
      <p:sp>
        <p:nvSpPr>
          <p:cNvPr id="3" name="楕円 2"/>
          <p:cNvSpPr/>
          <p:nvPr/>
        </p:nvSpPr>
        <p:spPr>
          <a:xfrm>
            <a:off x="580550" y="1227443"/>
            <a:ext cx="5040000" cy="504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タイトル 3"/>
          <p:cNvSpPr txBox="1">
            <a:spLocks/>
          </p:cNvSpPr>
          <p:nvPr/>
        </p:nvSpPr>
        <p:spPr>
          <a:xfrm>
            <a:off x="742771" y="697218"/>
            <a:ext cx="11293475" cy="5302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2800" b="1" dirty="0" err="1" smtClean="0">
                <a:solidFill>
                  <a:schemeClr val="tx1">
                    <a:lumMod val="65000"/>
                    <a:lumOff val="35000"/>
                  </a:schemeClr>
                </a:solidFill>
                <a:latin typeface="メイリオ" panose="020B0604030504040204" pitchFamily="50" charset="-128"/>
                <a:ea typeface="メイリオ" panose="020B0604030504040204" pitchFamily="50" charset="-128"/>
              </a:rPr>
              <a:t>Plesanter</a:t>
            </a:r>
            <a:r>
              <a:rPr lang="ja-JP" altLang="en-US" sz="2800" b="1" dirty="0" smtClean="0">
                <a:solidFill>
                  <a:schemeClr val="tx1">
                    <a:lumMod val="65000"/>
                    <a:lumOff val="35000"/>
                  </a:schemeClr>
                </a:solidFill>
                <a:latin typeface="メイリオ" panose="020B0604030504040204" pitchFamily="50" charset="-128"/>
                <a:ea typeface="メイリオ" panose="020B0604030504040204" pitchFamily="50" charset="-128"/>
              </a:rPr>
              <a:t>応用利用例</a:t>
            </a:r>
            <a:endParaRPr lang="ja-JP" altLang="en-US" sz="280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43" name="図 42"/>
          <p:cNvPicPr>
            <a:picLocks noChangeAspect="1"/>
          </p:cNvPicPr>
          <p:nvPr/>
        </p:nvPicPr>
        <p:blipFill>
          <a:blip r:embed="rId2">
            <a:extLst>
              <a:ext uri="{BEBA8EAE-BF5A-486C-A8C5-ECC9F3942E4B}">
                <a14:imgProps xmlns:a14="http://schemas.microsoft.com/office/drawing/2010/main">
                  <a14:imgLayer r:embed="rId3">
                    <a14:imgEffect>
                      <a14:backgroundRemoval t="10000" b="100000" l="0" r="97004">
                        <a14:foregroundMark x1="18352" y1="54000" x2="18352" y2="54000"/>
                        <a14:foregroundMark x1="28464" y1="70000" x2="28464" y2="70000"/>
                        <a14:foregroundMark x1="35581" y1="70000" x2="35581" y2="70000"/>
                        <a14:foregroundMark x1="41948" y1="64000" x2="41948" y2="64000"/>
                        <a14:foregroundMark x1="53184" y1="72000" x2="53184" y2="72000"/>
                        <a14:foregroundMark x1="61798" y1="64000" x2="61798" y2="64000"/>
                        <a14:foregroundMark x1="73783" y1="54000" x2="73783" y2="54000"/>
                        <a14:foregroundMark x1="84644" y1="56000" x2="84644" y2="56000"/>
                        <a14:foregroundMark x1="91011" y1="62000" x2="91011" y2="62000"/>
                        <a14:backgroundMark x1="25843" y1="80000" x2="25843" y2="80000"/>
                        <a14:backgroundMark x1="35581" y1="76000" x2="35581" y2="76000"/>
                        <a14:backgroundMark x1="53558" y1="76000" x2="53558" y2="76000"/>
                      </a14:backgroundRemoval>
                    </a14:imgEffect>
                  </a14:imgLayer>
                </a14:imgProps>
              </a:ext>
            </a:extLst>
          </a:blip>
          <a:stretch>
            <a:fillRect/>
          </a:stretch>
        </p:blipFill>
        <p:spPr>
          <a:xfrm>
            <a:off x="1722245" y="4520384"/>
            <a:ext cx="2262029" cy="419328"/>
          </a:xfrm>
          <a:prstGeom prst="rect">
            <a:avLst/>
          </a:prstGeom>
        </p:spPr>
      </p:pic>
      <p:grpSp>
        <p:nvGrpSpPr>
          <p:cNvPr id="44" name="グループ化 43"/>
          <p:cNvGrpSpPr/>
          <p:nvPr/>
        </p:nvGrpSpPr>
        <p:grpSpPr>
          <a:xfrm>
            <a:off x="1453900" y="2250446"/>
            <a:ext cx="2832647" cy="2206113"/>
            <a:chOff x="4490698" y="2284500"/>
            <a:chExt cx="2832647" cy="2206113"/>
          </a:xfrm>
        </p:grpSpPr>
        <p:grpSp>
          <p:nvGrpSpPr>
            <p:cNvPr id="45" name="グループ化 44"/>
            <p:cNvGrpSpPr/>
            <p:nvPr/>
          </p:nvGrpSpPr>
          <p:grpSpPr>
            <a:xfrm>
              <a:off x="4490698" y="2284500"/>
              <a:ext cx="2832647" cy="2206113"/>
              <a:chOff x="5281092" y="511627"/>
              <a:chExt cx="2833045" cy="2918550"/>
            </a:xfrm>
          </p:grpSpPr>
          <p:pic>
            <p:nvPicPr>
              <p:cNvPr id="86" name="Picture 6" descr="WEBページのブラウザウィンドウアイコン素材"/>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81092" y="511627"/>
                <a:ext cx="2833045" cy="2918550"/>
              </a:xfrm>
              <a:prstGeom prst="rect">
                <a:avLst/>
              </a:prstGeom>
              <a:noFill/>
              <a:extLst>
                <a:ext uri="{909E8E84-426E-40DD-AFC4-6F175D3DCCD1}">
                  <a14:hiddenFill xmlns:a14="http://schemas.microsoft.com/office/drawing/2010/main">
                    <a:solidFill>
                      <a:srgbClr val="FFFFFF"/>
                    </a:solidFill>
                  </a14:hiddenFill>
                </a:ext>
              </a:extLst>
            </p:spPr>
          </p:pic>
          <p:sp>
            <p:nvSpPr>
              <p:cNvPr id="87" name="正方形/長方形 86"/>
              <p:cNvSpPr/>
              <p:nvPr/>
            </p:nvSpPr>
            <p:spPr>
              <a:xfrm>
                <a:off x="5343061" y="919880"/>
                <a:ext cx="2699901" cy="2431011"/>
              </a:xfrm>
              <a:prstGeom prst="rect">
                <a:avLst/>
              </a:prstGeom>
              <a:solidFill>
                <a:srgbClr val="FFF8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grpSp>
        <p:sp>
          <p:nvSpPr>
            <p:cNvPr id="46" name="正方形/長方形 45"/>
            <p:cNvSpPr/>
            <p:nvPr/>
          </p:nvSpPr>
          <p:spPr>
            <a:xfrm>
              <a:off x="4858200" y="3001549"/>
              <a:ext cx="2080920" cy="133188"/>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7" name="正方形/長方形 46"/>
            <p:cNvSpPr/>
            <p:nvPr/>
          </p:nvSpPr>
          <p:spPr>
            <a:xfrm>
              <a:off x="4858200" y="3299687"/>
              <a:ext cx="2080920" cy="121493"/>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8" name="正方形/長方形 47"/>
            <p:cNvSpPr/>
            <p:nvPr/>
          </p:nvSpPr>
          <p:spPr>
            <a:xfrm>
              <a:off x="4858200" y="3585312"/>
              <a:ext cx="2080920" cy="110784"/>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9" name="正方形/長方形 48"/>
            <p:cNvSpPr/>
            <p:nvPr/>
          </p:nvSpPr>
          <p:spPr>
            <a:xfrm>
              <a:off x="4858200" y="3859484"/>
              <a:ext cx="2080920" cy="133188"/>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50" name="正方形/長方形 49"/>
            <p:cNvSpPr/>
            <p:nvPr/>
          </p:nvSpPr>
          <p:spPr>
            <a:xfrm>
              <a:off x="4858200" y="4157621"/>
              <a:ext cx="2080920" cy="121493"/>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grpSp>
          <p:nvGrpSpPr>
            <p:cNvPr id="51" name="グループ化 50"/>
            <p:cNvGrpSpPr/>
            <p:nvPr/>
          </p:nvGrpSpPr>
          <p:grpSpPr>
            <a:xfrm>
              <a:off x="4639594" y="2758103"/>
              <a:ext cx="2517911" cy="1548667"/>
              <a:chOff x="7802530" y="2662687"/>
              <a:chExt cx="2340578" cy="1270372"/>
            </a:xfrm>
          </p:grpSpPr>
          <p:grpSp>
            <p:nvGrpSpPr>
              <p:cNvPr id="75" name="グループ化 74"/>
              <p:cNvGrpSpPr/>
              <p:nvPr/>
            </p:nvGrpSpPr>
            <p:grpSpPr>
              <a:xfrm>
                <a:off x="7802530" y="2838518"/>
                <a:ext cx="2340577" cy="1094541"/>
                <a:chOff x="8043325" y="2899467"/>
                <a:chExt cx="2182592" cy="1271562"/>
              </a:xfrm>
            </p:grpSpPr>
            <p:pic>
              <p:nvPicPr>
                <p:cNvPr id="84" name="図 83"/>
                <p:cNvPicPr>
                  <a:picLocks noChangeAspect="1"/>
                </p:cNvPicPr>
                <p:nvPr/>
              </p:nvPicPr>
              <p:blipFill>
                <a:blip r:embed="rId5"/>
                <a:stretch>
                  <a:fillRect/>
                </a:stretch>
              </p:blipFill>
              <p:spPr>
                <a:xfrm>
                  <a:off x="8043325" y="2899467"/>
                  <a:ext cx="2182592" cy="641606"/>
                </a:xfrm>
                <a:prstGeom prst="rect">
                  <a:avLst/>
                </a:prstGeom>
              </p:spPr>
            </p:pic>
            <p:pic>
              <p:nvPicPr>
                <p:cNvPr id="85" name="図 84"/>
                <p:cNvPicPr>
                  <a:picLocks noChangeAspect="1"/>
                </p:cNvPicPr>
                <p:nvPr/>
              </p:nvPicPr>
              <p:blipFill>
                <a:blip r:embed="rId5"/>
                <a:stretch>
                  <a:fillRect/>
                </a:stretch>
              </p:blipFill>
              <p:spPr>
                <a:xfrm>
                  <a:off x="8043325" y="3529423"/>
                  <a:ext cx="2182592" cy="641606"/>
                </a:xfrm>
                <a:prstGeom prst="rect">
                  <a:avLst/>
                </a:prstGeom>
              </p:spPr>
            </p:pic>
          </p:grpSp>
          <p:sp>
            <p:nvSpPr>
              <p:cNvPr id="83" name="正方形/長方形 82"/>
              <p:cNvSpPr/>
              <p:nvPr/>
            </p:nvSpPr>
            <p:spPr>
              <a:xfrm>
                <a:off x="7802531" y="2662687"/>
                <a:ext cx="2340577" cy="170613"/>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56" name="図 55"/>
            <p:cNvPicPr>
              <a:picLocks noChangeAspect="1"/>
            </p:cNvPicPr>
            <p:nvPr/>
          </p:nvPicPr>
          <p:blipFill rotWithShape="1">
            <a:blip r:embed="rId6">
              <a:extLst>
                <a:ext uri="{BEBA8EAE-BF5A-486C-A8C5-ECC9F3942E4B}">
                  <a14:imgProps xmlns:a14="http://schemas.microsoft.com/office/drawing/2010/main">
                    <a14:imgLayer r:embed="rId7">
                      <a14:imgEffect>
                        <a14:backgroundRemoval t="16114" b="96209" l="23077" r="97009"/>
                      </a14:imgEffect>
                    </a14:imgLayer>
                  </a14:imgProps>
                </a:ext>
              </a:extLst>
            </a:blip>
            <a:srcRect l="21987" t="14420"/>
            <a:stretch/>
          </p:blipFill>
          <p:spPr>
            <a:xfrm>
              <a:off x="6276558" y="3422935"/>
              <a:ext cx="913671" cy="834151"/>
            </a:xfrm>
            <a:prstGeom prst="rect">
              <a:avLst/>
            </a:prstGeom>
          </p:spPr>
        </p:pic>
      </p:grpSp>
      <p:sp>
        <p:nvSpPr>
          <p:cNvPr id="91" name="テキスト ボックス 90"/>
          <p:cNvSpPr txBox="1"/>
          <p:nvPr/>
        </p:nvSpPr>
        <p:spPr>
          <a:xfrm>
            <a:off x="1226602" y="5071909"/>
            <a:ext cx="3287242" cy="338554"/>
          </a:xfrm>
          <a:prstGeom prst="rect">
            <a:avLst/>
          </a:prstGeom>
          <a:noFill/>
        </p:spPr>
        <p:txBody>
          <a:bodyPr wrap="square" rtlCol="0">
            <a:spAutoFit/>
          </a:bodyPr>
          <a:lstStyle/>
          <a:p>
            <a:pPr algn="ctr"/>
            <a:endParaRPr kumimoji="1" lang="en-US" altLang="ja-JP" sz="1600" b="1" dirty="0" smtClean="0">
              <a:latin typeface="メイリオ" panose="020B0604030504040204" pitchFamily="50" charset="-128"/>
              <a:ea typeface="メイリオ" panose="020B0604030504040204" pitchFamily="50" charset="-128"/>
            </a:endParaRPr>
          </a:p>
        </p:txBody>
      </p:sp>
      <p:sp>
        <p:nvSpPr>
          <p:cNvPr id="92" name="テキスト ボックス 91"/>
          <p:cNvSpPr txBox="1"/>
          <p:nvPr/>
        </p:nvSpPr>
        <p:spPr>
          <a:xfrm>
            <a:off x="1336330" y="5187174"/>
            <a:ext cx="3287242" cy="584775"/>
          </a:xfrm>
          <a:prstGeom prst="rect">
            <a:avLst/>
          </a:prstGeom>
          <a:noFill/>
        </p:spPr>
        <p:txBody>
          <a:bodyPr wrap="square" rtlCol="0">
            <a:spAutoFit/>
          </a:bodyPr>
          <a:lstStyle/>
          <a:p>
            <a:pPr algn="ctr"/>
            <a:r>
              <a:rPr lang="ja-JP" altLang="en-US" sz="1600" b="1" dirty="0" smtClean="0">
                <a:latin typeface="メイリオ" panose="020B0604030504040204" pitchFamily="50" charset="-128"/>
                <a:ea typeface="メイリオ" panose="020B0604030504040204" pitchFamily="50" charset="-128"/>
              </a:rPr>
              <a:t>データベース機能以外にも</a:t>
            </a:r>
            <a:endParaRPr lang="en-US" altLang="ja-JP" sz="1600" b="1" dirty="0" smtClean="0">
              <a:latin typeface="メイリオ" panose="020B0604030504040204" pitchFamily="50" charset="-128"/>
              <a:ea typeface="メイリオ" panose="020B0604030504040204" pitchFamily="50" charset="-128"/>
            </a:endParaRPr>
          </a:p>
          <a:p>
            <a:pPr algn="ctr"/>
            <a:r>
              <a:rPr lang="ja-JP" altLang="en-US" sz="1600" b="1" dirty="0" smtClean="0">
                <a:latin typeface="メイリオ" panose="020B0604030504040204" pitchFamily="50" charset="-128"/>
                <a:ea typeface="メイリオ" panose="020B0604030504040204" pitchFamily="50" charset="-128"/>
              </a:rPr>
              <a:t>各種機能が充実</a:t>
            </a:r>
            <a:endParaRPr lang="en-US" altLang="ja-JP" sz="1600" b="1" dirty="0" smtClean="0">
              <a:latin typeface="メイリオ" panose="020B0604030504040204" pitchFamily="50" charset="-128"/>
              <a:ea typeface="メイリオ" panose="020B0604030504040204" pitchFamily="50" charset="-128"/>
            </a:endParaRPr>
          </a:p>
        </p:txBody>
      </p:sp>
      <p:sp>
        <p:nvSpPr>
          <p:cNvPr id="122" name="テキスト ボックス 121"/>
          <p:cNvSpPr txBox="1"/>
          <p:nvPr/>
        </p:nvSpPr>
        <p:spPr>
          <a:xfrm>
            <a:off x="7776877" y="4176460"/>
            <a:ext cx="3138355" cy="1415772"/>
          </a:xfrm>
          <a:prstGeom prst="rect">
            <a:avLst/>
          </a:prstGeom>
          <a:noFill/>
        </p:spPr>
        <p:txBody>
          <a:bodyPr wrap="square" rtlCol="0">
            <a:spAutoFit/>
          </a:bodyPr>
          <a:lstStyle/>
          <a:p>
            <a:r>
              <a:rPr lang="ja-JP" altLang="en-US" sz="1600" b="1" dirty="0" smtClean="0">
                <a:solidFill>
                  <a:schemeClr val="tx1">
                    <a:lumMod val="75000"/>
                    <a:lumOff val="25000"/>
                  </a:schemeClr>
                </a:solidFill>
                <a:latin typeface="メイリオ" panose="020B0604030504040204" pitchFamily="50" charset="-128"/>
                <a:ea typeface="メイリオ" panose="020B0604030504040204" pitchFamily="50" charset="-128"/>
              </a:rPr>
              <a:t>メール機能・通知機能</a:t>
            </a:r>
            <a:endParaRPr lang="en-US" altLang="ja-JP" sz="1600" b="1" dirty="0" smtClean="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400" b="1" dirty="0" smtClean="0">
                <a:solidFill>
                  <a:schemeClr val="tx1">
                    <a:lumMod val="75000"/>
                    <a:lumOff val="25000"/>
                  </a:schemeClr>
                </a:solidFill>
                <a:latin typeface="メイリオ" panose="020B0604030504040204" pitchFamily="50" charset="-128"/>
                <a:ea typeface="メイリオ" panose="020B0604030504040204" pitchFamily="50" charset="-128"/>
              </a:rPr>
              <a:t>メールや各種チャット（</a:t>
            </a:r>
            <a:r>
              <a:rPr lang="en-US" altLang="ja-JP" sz="1400" b="1" dirty="0" err="1" smtClean="0">
                <a:solidFill>
                  <a:schemeClr val="tx1">
                    <a:lumMod val="75000"/>
                    <a:lumOff val="25000"/>
                  </a:schemeClr>
                </a:solidFill>
                <a:latin typeface="メイリオ" panose="020B0604030504040204" pitchFamily="50" charset="-128"/>
                <a:ea typeface="メイリオ" panose="020B0604030504040204" pitchFamily="50" charset="-128"/>
              </a:rPr>
              <a:t>Slack,ChatWork,Line,Teams</a:t>
            </a:r>
            <a:r>
              <a:rPr lang="ja-JP" altLang="en-US" sz="1400" b="1" dirty="0" smtClean="0">
                <a:solidFill>
                  <a:schemeClr val="tx1">
                    <a:lumMod val="75000"/>
                    <a:lumOff val="25000"/>
                  </a:schemeClr>
                </a:solidFill>
                <a:latin typeface="メイリオ" panose="020B0604030504040204" pitchFamily="50" charset="-128"/>
                <a:ea typeface="メイリオ" panose="020B0604030504040204" pitchFamily="50" charset="-128"/>
              </a:rPr>
              <a:t>）と連携し、メールを送付したり、データが更新されたら通知することが可能です</a:t>
            </a:r>
            <a:endParaRPr lang="en-US" altLang="ja-JP" sz="1400" b="1" dirty="0" smtClean="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23" name="テキスト ボックス 122"/>
          <p:cNvSpPr txBox="1"/>
          <p:nvPr/>
        </p:nvSpPr>
        <p:spPr>
          <a:xfrm>
            <a:off x="7788631" y="2370994"/>
            <a:ext cx="3281284" cy="984885"/>
          </a:xfrm>
          <a:prstGeom prst="rect">
            <a:avLst/>
          </a:prstGeom>
          <a:noFill/>
        </p:spPr>
        <p:txBody>
          <a:bodyPr wrap="square" rtlCol="0">
            <a:spAutoFit/>
          </a:bodyPr>
          <a:lstStyle/>
          <a:p>
            <a:r>
              <a:rPr lang="ja-JP" altLang="en-US" sz="1600" b="1" dirty="0" smtClean="0">
                <a:solidFill>
                  <a:schemeClr val="tx1">
                    <a:lumMod val="75000"/>
                    <a:lumOff val="25000"/>
                  </a:schemeClr>
                </a:solidFill>
                <a:latin typeface="メイリオ" panose="020B0604030504040204" pitchFamily="50" charset="-128"/>
                <a:ea typeface="メイリオ" panose="020B0604030504040204" pitchFamily="50" charset="-128"/>
              </a:rPr>
              <a:t>ワークフロー機能</a:t>
            </a:r>
            <a:endParaRPr lang="en-US" altLang="ja-JP" sz="1600" b="1" dirty="0" smtClean="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400" b="1" dirty="0" smtClean="0">
                <a:solidFill>
                  <a:schemeClr val="tx1">
                    <a:lumMod val="75000"/>
                    <a:lumOff val="25000"/>
                  </a:schemeClr>
                </a:solidFill>
                <a:latin typeface="メイリオ" panose="020B0604030504040204" pitchFamily="50" charset="-128"/>
                <a:ea typeface="メイリオ" panose="020B0604030504040204" pitchFamily="50" charset="-128"/>
              </a:rPr>
              <a:t>稟議申請などで利用できる、</a:t>
            </a:r>
            <a:endParaRPr lang="en-US" altLang="ja-JP" sz="1400" b="1" dirty="0" smtClean="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400" b="1" dirty="0" smtClean="0">
                <a:solidFill>
                  <a:schemeClr val="tx1">
                    <a:lumMod val="75000"/>
                    <a:lumOff val="25000"/>
                  </a:schemeClr>
                </a:solidFill>
                <a:latin typeface="メイリオ" panose="020B0604030504040204" pitchFamily="50" charset="-128"/>
                <a:ea typeface="メイリオ" panose="020B0604030504040204" pitchFamily="50" charset="-128"/>
              </a:rPr>
              <a:t>ワークフロー機能をつけることも可能</a:t>
            </a:r>
            <a:endParaRPr lang="en-US" altLang="ja-JP" sz="1400" b="1" dirty="0" smtClean="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400" b="1" dirty="0">
                <a:solidFill>
                  <a:schemeClr val="tx1">
                    <a:lumMod val="75000"/>
                    <a:lumOff val="25000"/>
                  </a:schemeClr>
                </a:solidFill>
                <a:latin typeface="メイリオ" panose="020B0604030504040204" pitchFamily="50" charset="-128"/>
                <a:ea typeface="メイリオ" panose="020B0604030504040204" pitchFamily="50" charset="-128"/>
              </a:rPr>
              <a:t>確認</a:t>
            </a:r>
            <a:r>
              <a:rPr lang="ja-JP" altLang="en-US" sz="1400" b="1" dirty="0" smtClean="0">
                <a:solidFill>
                  <a:schemeClr val="tx1">
                    <a:lumMod val="75000"/>
                    <a:lumOff val="25000"/>
                  </a:schemeClr>
                </a:solidFill>
                <a:latin typeface="メイリオ" panose="020B0604030504040204" pitchFamily="50" charset="-128"/>
                <a:ea typeface="メイリオ" panose="020B0604030504040204" pitchFamily="50" charset="-128"/>
              </a:rPr>
              <a:t>状況や履歴が簡単に確認できます</a:t>
            </a:r>
            <a:endParaRPr lang="en-US" altLang="ja-JP" sz="1400" b="1" dirty="0" smtClean="0">
              <a:solidFill>
                <a:schemeClr val="tx1">
                  <a:lumMod val="75000"/>
                  <a:lumOff val="25000"/>
                </a:schemeClr>
              </a:solidFill>
              <a:latin typeface="メイリオ" panose="020B0604030504040204" pitchFamily="50" charset="-128"/>
              <a:ea typeface="メイリオ" panose="020B0604030504040204" pitchFamily="50" charset="-128"/>
            </a:endParaRPr>
          </a:p>
        </p:txBody>
      </p:sp>
      <p:pic>
        <p:nvPicPr>
          <p:cNvPr id="7" name="図 6"/>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009896" y="2256061"/>
            <a:ext cx="1136909" cy="1136909"/>
          </a:xfrm>
          <a:prstGeom prst="rect">
            <a:avLst/>
          </a:prstGeom>
        </p:spPr>
      </p:pic>
      <p:grpSp>
        <p:nvGrpSpPr>
          <p:cNvPr id="11" name="グループ化 10"/>
          <p:cNvGrpSpPr/>
          <p:nvPr/>
        </p:nvGrpSpPr>
        <p:grpSpPr>
          <a:xfrm>
            <a:off x="6855794" y="2840588"/>
            <a:ext cx="558987" cy="583970"/>
            <a:chOff x="6949483" y="2747887"/>
            <a:chExt cx="757322" cy="803578"/>
          </a:xfrm>
        </p:grpSpPr>
        <p:sp>
          <p:nvSpPr>
            <p:cNvPr id="8" name="楕円 7"/>
            <p:cNvSpPr/>
            <p:nvPr/>
          </p:nvSpPr>
          <p:spPr>
            <a:xfrm>
              <a:off x="6949483" y="2747887"/>
              <a:ext cx="757322" cy="803578"/>
            </a:xfrm>
            <a:prstGeom prst="ellipse">
              <a:avLst/>
            </a:prstGeom>
            <a:solidFill>
              <a:schemeClr val="bg1"/>
            </a:solidFill>
            <a:ln w="762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ja-JP" dirty="0" smtClean="0"/>
            </a:p>
            <a:p>
              <a:pPr algn="ctr"/>
              <a:endParaRPr kumimoji="1" lang="ja-JP" altLang="en-US" dirty="0"/>
            </a:p>
          </p:txBody>
        </p:sp>
        <p:sp>
          <p:nvSpPr>
            <p:cNvPr id="10" name="正方形/長方形 9"/>
            <p:cNvSpPr/>
            <p:nvPr/>
          </p:nvSpPr>
          <p:spPr>
            <a:xfrm rot="19144370">
              <a:off x="7176418" y="3130160"/>
              <a:ext cx="79675" cy="22569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5" name="正方形/長方形 124"/>
            <p:cNvSpPr/>
            <p:nvPr/>
          </p:nvSpPr>
          <p:spPr>
            <a:xfrm rot="2753013">
              <a:off x="7356294" y="2940562"/>
              <a:ext cx="84896" cy="45098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13" name="図 12"/>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429781" y="4326055"/>
            <a:ext cx="1008417" cy="726769"/>
          </a:xfrm>
          <a:prstGeom prst="rect">
            <a:avLst/>
          </a:prstGeom>
        </p:spPr>
      </p:pic>
      <p:sp>
        <p:nvSpPr>
          <p:cNvPr id="135" name="フリーフォーム 134"/>
          <p:cNvSpPr/>
          <p:nvPr/>
        </p:nvSpPr>
        <p:spPr>
          <a:xfrm rot="8666538">
            <a:off x="6029746" y="4749090"/>
            <a:ext cx="916935" cy="834008"/>
          </a:xfrm>
          <a:custGeom>
            <a:avLst/>
            <a:gdLst>
              <a:gd name="connsiteX0" fmla="*/ 547675 w 891649"/>
              <a:gd name="connsiteY0" fmla="*/ 811235 h 827656"/>
              <a:gd name="connsiteX1" fmla="*/ 36843 w 891649"/>
              <a:gd name="connsiteY1" fmla="*/ 446085 h 827656"/>
              <a:gd name="connsiteX2" fmla="*/ 16420 w 891649"/>
              <a:gd name="connsiteY2" fmla="*/ 323283 h 827656"/>
              <a:gd name="connsiteX3" fmla="*/ 221172 w 891649"/>
              <a:gd name="connsiteY3" fmla="*/ 36843 h 827656"/>
              <a:gd name="connsiteX4" fmla="*/ 343974 w 891649"/>
              <a:gd name="connsiteY4" fmla="*/ 16420 h 827656"/>
              <a:gd name="connsiteX5" fmla="*/ 743885 w 891649"/>
              <a:gd name="connsiteY5" fmla="*/ 302282 h 827656"/>
              <a:gd name="connsiteX6" fmla="*/ 778538 w 891649"/>
              <a:gd name="connsiteY6" fmla="*/ 162690 h 827656"/>
              <a:gd name="connsiteX7" fmla="*/ 828141 w 891649"/>
              <a:gd name="connsiteY7" fmla="*/ 362510 h 827656"/>
              <a:gd name="connsiteX8" fmla="*/ 854806 w 891649"/>
              <a:gd name="connsiteY8" fmla="*/ 381570 h 827656"/>
              <a:gd name="connsiteX9" fmla="*/ 875229 w 891649"/>
              <a:gd name="connsiteY9" fmla="*/ 504372 h 827656"/>
              <a:gd name="connsiteX10" fmla="*/ 670478 w 891649"/>
              <a:gd name="connsiteY10" fmla="*/ 790812 h 827656"/>
              <a:gd name="connsiteX11" fmla="*/ 547675 w 891649"/>
              <a:gd name="connsiteY11" fmla="*/ 811235 h 827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91649" h="827656">
                <a:moveTo>
                  <a:pt x="547675" y="811235"/>
                </a:moveTo>
                <a:lnTo>
                  <a:pt x="36843" y="446085"/>
                </a:lnTo>
                <a:cubicBezTo>
                  <a:pt x="-2707" y="417814"/>
                  <a:pt x="-11851" y="362834"/>
                  <a:pt x="16420" y="323283"/>
                </a:cubicBezTo>
                <a:lnTo>
                  <a:pt x="221172" y="36843"/>
                </a:lnTo>
                <a:cubicBezTo>
                  <a:pt x="249443" y="-2707"/>
                  <a:pt x="304423" y="-11851"/>
                  <a:pt x="343974" y="16420"/>
                </a:cubicBezTo>
                <a:lnTo>
                  <a:pt x="743885" y="302282"/>
                </a:lnTo>
                <a:lnTo>
                  <a:pt x="778538" y="162690"/>
                </a:lnTo>
                <a:lnTo>
                  <a:pt x="828141" y="362510"/>
                </a:lnTo>
                <a:lnTo>
                  <a:pt x="854806" y="381570"/>
                </a:lnTo>
                <a:cubicBezTo>
                  <a:pt x="894356" y="409841"/>
                  <a:pt x="903500" y="464822"/>
                  <a:pt x="875229" y="504372"/>
                </a:cubicBezTo>
                <a:lnTo>
                  <a:pt x="670478" y="790812"/>
                </a:lnTo>
                <a:cubicBezTo>
                  <a:pt x="642206" y="830363"/>
                  <a:pt x="587226" y="839506"/>
                  <a:pt x="547675" y="811235"/>
                </a:cubicBez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51569418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タイトル 3"/>
          <p:cNvSpPr txBox="1">
            <a:spLocks/>
          </p:cNvSpPr>
          <p:nvPr/>
        </p:nvSpPr>
        <p:spPr>
          <a:xfrm>
            <a:off x="742771" y="697218"/>
            <a:ext cx="11293475" cy="5302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2800" b="1" dirty="0" smtClean="0">
                <a:solidFill>
                  <a:schemeClr val="tx1">
                    <a:lumMod val="65000"/>
                    <a:lumOff val="35000"/>
                  </a:schemeClr>
                </a:solidFill>
                <a:latin typeface="メイリオ" panose="020B0604030504040204" pitchFamily="50" charset="-128"/>
                <a:ea typeface="メイリオ" panose="020B0604030504040204" pitchFamily="50" charset="-128"/>
              </a:rPr>
              <a:t>システム開発のメリット</a:t>
            </a:r>
            <a:endParaRPr lang="en-US" altLang="ja-JP" sz="2800" b="1" dirty="0" smtClean="0">
              <a:solidFill>
                <a:schemeClr val="tx1">
                  <a:lumMod val="65000"/>
                  <a:lumOff val="35000"/>
                </a:schemeClr>
              </a:solidFill>
              <a:latin typeface="メイリオ" panose="020B0604030504040204" pitchFamily="50" charset="-128"/>
              <a:ea typeface="メイリオ" panose="020B0604030504040204" pitchFamily="50" charset="-128"/>
            </a:endParaRPr>
          </a:p>
        </p:txBody>
      </p:sp>
      <p:graphicFrame>
        <p:nvGraphicFramePr>
          <p:cNvPr id="2" name="表 1"/>
          <p:cNvGraphicFramePr>
            <a:graphicFrameLocks noGrp="1"/>
          </p:cNvGraphicFramePr>
          <p:nvPr>
            <p:extLst>
              <p:ext uri="{D42A27DB-BD31-4B8C-83A1-F6EECF244321}">
                <p14:modId xmlns:p14="http://schemas.microsoft.com/office/powerpoint/2010/main" val="211443361"/>
              </p:ext>
            </p:extLst>
          </p:nvPr>
        </p:nvGraphicFramePr>
        <p:xfrm>
          <a:off x="1046789" y="1357804"/>
          <a:ext cx="10144685" cy="4856908"/>
        </p:xfrm>
        <a:graphic>
          <a:graphicData uri="http://schemas.openxmlformats.org/drawingml/2006/table">
            <a:tbl>
              <a:tblPr firstRow="1" bandRow="1">
                <a:tableStyleId>{5C22544A-7EE6-4342-B048-85BDC9FD1C3A}</a:tableStyleId>
              </a:tblPr>
              <a:tblGrid>
                <a:gridCol w="4443518">
                  <a:extLst>
                    <a:ext uri="{9D8B030D-6E8A-4147-A177-3AD203B41FA5}">
                      <a16:colId xmlns:a16="http://schemas.microsoft.com/office/drawing/2014/main" val="435321587"/>
                    </a:ext>
                  </a:extLst>
                </a:gridCol>
                <a:gridCol w="5701167">
                  <a:extLst>
                    <a:ext uri="{9D8B030D-6E8A-4147-A177-3AD203B41FA5}">
                      <a16:colId xmlns:a16="http://schemas.microsoft.com/office/drawing/2014/main" val="1050764375"/>
                    </a:ext>
                  </a:extLst>
                </a:gridCol>
              </a:tblGrid>
              <a:tr h="756170">
                <a:tc>
                  <a:txBody>
                    <a:bodyPr/>
                    <a:lstStyle/>
                    <a:p>
                      <a:pPr algn="ctr"/>
                      <a:r>
                        <a:rPr lang="ja-JP" altLang="en-US" sz="2000" dirty="0" smtClean="0">
                          <a:latin typeface="メイリオ" panose="020B0604030504040204" pitchFamily="50" charset="-128"/>
                          <a:ea typeface="メイリオ" panose="020B0604030504040204" pitchFamily="50" charset="-128"/>
                        </a:rPr>
                        <a:t>現状の問題点</a:t>
                      </a:r>
                      <a:endParaRPr lang="ja-JP" altLang="en-US" sz="2000" dirty="0">
                        <a:latin typeface="メイリオ" panose="020B0604030504040204" pitchFamily="50" charset="-128"/>
                        <a:ea typeface="メイリオ" panose="020B0604030504040204" pitchFamily="50" charset="-128"/>
                      </a:endParaRPr>
                    </a:p>
                  </a:txBody>
                  <a:tcPr anchor="ctr">
                    <a:solidFill>
                      <a:schemeClr val="bg1">
                        <a:lumMod val="75000"/>
                      </a:schemeClr>
                    </a:solidFill>
                  </a:tcPr>
                </a:tc>
                <a:tc>
                  <a:txBody>
                    <a:bodyPr/>
                    <a:lstStyle/>
                    <a:p>
                      <a:pPr algn="ctr"/>
                      <a:r>
                        <a:rPr kumimoji="1" lang="ja-JP" altLang="en-US" sz="2400" dirty="0" smtClean="0">
                          <a:solidFill>
                            <a:schemeClr val="accent2"/>
                          </a:solidFill>
                          <a:latin typeface="メイリオ" panose="020B0604030504040204" pitchFamily="50" charset="-128"/>
                          <a:ea typeface="メイリオ" panose="020B0604030504040204" pitchFamily="50" charset="-128"/>
                        </a:rPr>
                        <a:t>更改後の効果</a:t>
                      </a:r>
                      <a:endParaRPr kumimoji="1" lang="ja-JP" altLang="en-US" sz="2400" dirty="0">
                        <a:solidFill>
                          <a:schemeClr val="accent2"/>
                        </a:solidFill>
                        <a:latin typeface="メイリオ" panose="020B0604030504040204" pitchFamily="50" charset="-128"/>
                        <a:ea typeface="メイリオ" panose="020B0604030504040204" pitchFamily="50" charset="-128"/>
                      </a:endParaRPr>
                    </a:p>
                  </a:txBody>
                  <a:tcPr anchor="ctr">
                    <a:solidFill>
                      <a:schemeClr val="accent4">
                        <a:lumMod val="40000"/>
                        <a:lumOff val="60000"/>
                      </a:schemeClr>
                    </a:solidFill>
                  </a:tcPr>
                </a:tc>
                <a:extLst>
                  <a:ext uri="{0D108BD9-81ED-4DB2-BD59-A6C34878D82A}">
                    <a16:rowId xmlns:a16="http://schemas.microsoft.com/office/drawing/2014/main" val="3628032096"/>
                  </a:ext>
                </a:extLst>
              </a:tr>
              <a:tr h="1393828">
                <a:tc>
                  <a:txBody>
                    <a:bodyPr/>
                    <a:lstStyle/>
                    <a:p>
                      <a:pPr algn="ctr">
                        <a:lnSpc>
                          <a:spcPct val="150000"/>
                        </a:lnSpc>
                      </a:pPr>
                      <a:r>
                        <a:rPr lang="ja-JP" altLang="en-US" sz="1800" b="1" dirty="0" smtClean="0">
                          <a:solidFill>
                            <a:schemeClr val="accent5"/>
                          </a:solidFill>
                          <a:latin typeface="メイリオ" panose="020B0604030504040204" pitchFamily="50" charset="-128"/>
                          <a:ea typeface="メイリオ" panose="020B0604030504040204" pitchFamily="50" charset="-128"/>
                        </a:rPr>
                        <a:t>区画変更の度にエクセルの修正が必要</a:t>
                      </a:r>
                      <a:endParaRPr lang="en-US" altLang="ja-JP" sz="1800" b="1" dirty="0" smtClean="0">
                        <a:solidFill>
                          <a:schemeClr val="accent5"/>
                        </a:solidFill>
                        <a:latin typeface="メイリオ" panose="020B0604030504040204" pitchFamily="50" charset="-128"/>
                        <a:ea typeface="メイリオ" panose="020B0604030504040204" pitchFamily="50" charset="-128"/>
                      </a:endParaRPr>
                    </a:p>
                  </a:txBody>
                  <a:tcPr anchor="ctr">
                    <a:solidFill>
                      <a:schemeClr val="bg1">
                        <a:lumMod val="95000"/>
                      </a:schemeClr>
                    </a:solidFill>
                  </a:tcPr>
                </a:tc>
                <a:tc>
                  <a:txBody>
                    <a:bodyPr/>
                    <a:lstStyle/>
                    <a:p>
                      <a:pPr marL="88900" indent="0" algn="ctr">
                        <a:lnSpc>
                          <a:spcPct val="100000"/>
                        </a:lnSpc>
                      </a:pPr>
                      <a:r>
                        <a:rPr kumimoji="1" lang="ja-JP" altLang="en-US" sz="1800" b="1" kern="1200" dirty="0" smtClean="0">
                          <a:solidFill>
                            <a:schemeClr val="tx1">
                              <a:lumMod val="65000"/>
                              <a:lumOff val="35000"/>
                            </a:schemeClr>
                          </a:solidFill>
                          <a:latin typeface="メイリオ" panose="020B0604030504040204" pitchFamily="50" charset="-128"/>
                          <a:ea typeface="メイリオ" panose="020B0604030504040204" pitchFamily="50" charset="-128"/>
                          <a:cs typeface="+mn-cs"/>
                        </a:rPr>
                        <a:t>プリザンターがデータを取り込むため</a:t>
                      </a:r>
                      <a:endParaRPr kumimoji="1" lang="en-US" altLang="ja-JP" sz="1800" b="1" kern="1200" dirty="0" smtClean="0">
                        <a:solidFill>
                          <a:schemeClr val="tx1">
                            <a:lumMod val="65000"/>
                            <a:lumOff val="35000"/>
                          </a:schemeClr>
                        </a:solidFill>
                        <a:latin typeface="メイリオ" panose="020B0604030504040204" pitchFamily="50" charset="-128"/>
                        <a:ea typeface="メイリオ" panose="020B0604030504040204" pitchFamily="50" charset="-128"/>
                        <a:cs typeface="+mn-cs"/>
                      </a:endParaRPr>
                    </a:p>
                    <a:p>
                      <a:pPr marL="88900" indent="0" algn="ctr">
                        <a:lnSpc>
                          <a:spcPct val="100000"/>
                        </a:lnSpc>
                      </a:pPr>
                      <a:r>
                        <a:rPr kumimoji="1" lang="ja-JP" altLang="en-US" sz="1800" b="1" kern="1200" dirty="0" smtClean="0">
                          <a:solidFill>
                            <a:schemeClr val="tx1">
                              <a:lumMod val="65000"/>
                              <a:lumOff val="35000"/>
                            </a:schemeClr>
                          </a:solidFill>
                          <a:latin typeface="メイリオ" panose="020B0604030504040204" pitchFamily="50" charset="-128"/>
                          <a:ea typeface="メイリオ" panose="020B0604030504040204" pitchFamily="50" charset="-128"/>
                          <a:cs typeface="+mn-cs"/>
                        </a:rPr>
                        <a:t>手動の</a:t>
                      </a:r>
                      <a:r>
                        <a:rPr kumimoji="1" lang="ja-JP" altLang="en-US" sz="1800" b="1" kern="1200" dirty="0" smtClean="0">
                          <a:solidFill>
                            <a:srgbClr val="C00000"/>
                          </a:solidFill>
                          <a:latin typeface="メイリオ" panose="020B0604030504040204" pitchFamily="50" charset="-128"/>
                          <a:ea typeface="メイリオ" panose="020B0604030504040204" pitchFamily="50" charset="-128"/>
                          <a:cs typeface="+mn-cs"/>
                        </a:rPr>
                        <a:t>修正は不要</a:t>
                      </a:r>
                      <a:endParaRPr kumimoji="1" lang="en-US" altLang="ja-JP" sz="1800" b="1" kern="1200" dirty="0" smtClean="0">
                        <a:solidFill>
                          <a:srgbClr val="C00000"/>
                        </a:solidFill>
                        <a:latin typeface="メイリオ" panose="020B0604030504040204" pitchFamily="50" charset="-128"/>
                        <a:ea typeface="メイリオ" panose="020B0604030504040204" pitchFamily="50" charset="-128"/>
                        <a:cs typeface="+mn-cs"/>
                      </a:endParaRPr>
                    </a:p>
                  </a:txBody>
                  <a:tcPr anchor="ctr">
                    <a:solidFill>
                      <a:schemeClr val="accent4">
                        <a:lumMod val="20000"/>
                        <a:lumOff val="80000"/>
                      </a:schemeClr>
                    </a:solidFill>
                  </a:tcPr>
                </a:tc>
                <a:extLst>
                  <a:ext uri="{0D108BD9-81ED-4DB2-BD59-A6C34878D82A}">
                    <a16:rowId xmlns:a16="http://schemas.microsoft.com/office/drawing/2014/main" val="2353118524"/>
                  </a:ext>
                </a:extLst>
              </a:tr>
              <a:tr h="1353455">
                <a:tc>
                  <a:txBody>
                    <a:bodyPr/>
                    <a:lstStyle/>
                    <a:p>
                      <a:pPr algn="ctr">
                        <a:lnSpc>
                          <a:spcPct val="150000"/>
                        </a:lnSpc>
                      </a:pPr>
                      <a:r>
                        <a:rPr lang="ja-JP" altLang="en-US" sz="1800" b="1" dirty="0" smtClean="0">
                          <a:solidFill>
                            <a:schemeClr val="accent5"/>
                          </a:solidFill>
                          <a:latin typeface="メイリオ" panose="020B0604030504040204" pitchFamily="50" charset="-128"/>
                          <a:ea typeface="メイリオ" panose="020B0604030504040204" pitchFamily="50" charset="-128"/>
                        </a:rPr>
                        <a:t>複数のエクセルファイルに渡る</a:t>
                      </a:r>
                      <a:endParaRPr lang="en-US" altLang="ja-JP" sz="1800" b="1" dirty="0" smtClean="0">
                        <a:solidFill>
                          <a:schemeClr val="accent5"/>
                        </a:solidFill>
                        <a:latin typeface="メイリオ" panose="020B0604030504040204" pitchFamily="50" charset="-128"/>
                        <a:ea typeface="メイリオ" panose="020B0604030504040204" pitchFamily="50" charset="-128"/>
                      </a:endParaRPr>
                    </a:p>
                    <a:p>
                      <a:pPr algn="ctr">
                        <a:lnSpc>
                          <a:spcPct val="150000"/>
                        </a:lnSpc>
                      </a:pPr>
                      <a:r>
                        <a:rPr lang="ja-JP" altLang="en-US" sz="1800" b="1" dirty="0" smtClean="0">
                          <a:solidFill>
                            <a:schemeClr val="accent5"/>
                          </a:solidFill>
                          <a:latin typeface="メイリオ" panose="020B0604030504040204" pitchFamily="50" charset="-128"/>
                          <a:ea typeface="メイリオ" panose="020B0604030504040204" pitchFamily="50" charset="-128"/>
                        </a:rPr>
                        <a:t>データ加工は非効率的</a:t>
                      </a:r>
                      <a:endParaRPr lang="en-US" altLang="ja-JP" sz="1800" b="1" dirty="0" smtClean="0">
                        <a:solidFill>
                          <a:schemeClr val="accent5"/>
                        </a:solidFill>
                        <a:latin typeface="メイリオ" panose="020B0604030504040204" pitchFamily="50" charset="-128"/>
                        <a:ea typeface="メイリオ" panose="020B0604030504040204" pitchFamily="50" charset="-128"/>
                      </a:endParaRPr>
                    </a:p>
                  </a:txBody>
                  <a:tcPr anchor="ctr">
                    <a:solidFill>
                      <a:schemeClr val="bg1">
                        <a:lumMod val="95000"/>
                      </a:schemeClr>
                    </a:solidFill>
                  </a:tcPr>
                </a:tc>
                <a:tc>
                  <a:txBody>
                    <a:bodyPr/>
                    <a:lstStyle/>
                    <a:p>
                      <a:pPr marL="88900" indent="0" algn="ctr">
                        <a:lnSpc>
                          <a:spcPct val="150000"/>
                        </a:lnSpc>
                      </a:pPr>
                      <a:r>
                        <a:rPr kumimoji="1" lang="ja-JP" altLang="en-US" sz="1800" b="1" kern="1200" dirty="0" smtClean="0">
                          <a:solidFill>
                            <a:schemeClr val="tx1">
                              <a:lumMod val="65000"/>
                              <a:lumOff val="35000"/>
                            </a:schemeClr>
                          </a:solidFill>
                          <a:latin typeface="メイリオ" panose="020B0604030504040204" pitchFamily="50" charset="-128"/>
                          <a:ea typeface="メイリオ" panose="020B0604030504040204" pitchFamily="50" charset="-128"/>
                          <a:cs typeface="+mn-cs"/>
                        </a:rPr>
                        <a:t>顧客提出用データの作成は</a:t>
                      </a:r>
                      <a:r>
                        <a:rPr kumimoji="1" lang="ja-JP" altLang="en-US" sz="1800" b="1" kern="1200" dirty="0" smtClean="0">
                          <a:solidFill>
                            <a:srgbClr val="C00000"/>
                          </a:solidFill>
                          <a:latin typeface="メイリオ" panose="020B0604030504040204" pitchFamily="50" charset="-128"/>
                          <a:ea typeface="メイリオ" panose="020B0604030504040204" pitchFamily="50" charset="-128"/>
                          <a:cs typeface="+mn-cs"/>
                        </a:rPr>
                        <a:t>プリザンターにお任せ</a:t>
                      </a:r>
                      <a:endParaRPr kumimoji="1" lang="en-US" altLang="ja-JP" sz="1800" b="1" kern="1200" dirty="0" smtClean="0">
                        <a:solidFill>
                          <a:srgbClr val="C00000"/>
                        </a:solidFill>
                        <a:latin typeface="メイリオ" panose="020B0604030504040204" pitchFamily="50" charset="-128"/>
                        <a:ea typeface="メイリオ" panose="020B0604030504040204" pitchFamily="50" charset="-128"/>
                        <a:cs typeface="+mn-cs"/>
                      </a:endParaRPr>
                    </a:p>
                    <a:p>
                      <a:pPr marL="88900" indent="0" algn="ctr">
                        <a:lnSpc>
                          <a:spcPct val="150000"/>
                        </a:lnSpc>
                      </a:pPr>
                      <a:r>
                        <a:rPr kumimoji="1" lang="ja-JP" altLang="en-US" sz="1800" b="1" kern="1200" dirty="0" smtClean="0">
                          <a:solidFill>
                            <a:schemeClr val="tx1">
                              <a:lumMod val="65000"/>
                              <a:lumOff val="35000"/>
                            </a:schemeClr>
                          </a:solidFill>
                          <a:latin typeface="メイリオ" panose="020B0604030504040204" pitchFamily="50" charset="-128"/>
                          <a:ea typeface="メイリオ" panose="020B0604030504040204" pitchFamily="50" charset="-128"/>
                          <a:cs typeface="+mn-cs"/>
                        </a:rPr>
                        <a:t>ボタンを押すだけで、帳票出力</a:t>
                      </a:r>
                      <a:endParaRPr kumimoji="1" lang="en-US" altLang="ja-JP" sz="1800" b="1" kern="1200" dirty="0" smtClean="0">
                        <a:solidFill>
                          <a:schemeClr val="tx1">
                            <a:lumMod val="65000"/>
                            <a:lumOff val="35000"/>
                          </a:schemeClr>
                        </a:solidFill>
                        <a:latin typeface="メイリオ" panose="020B0604030504040204" pitchFamily="50" charset="-128"/>
                        <a:ea typeface="メイリオ" panose="020B0604030504040204" pitchFamily="50" charset="-128"/>
                        <a:cs typeface="+mn-cs"/>
                      </a:endParaRPr>
                    </a:p>
                  </a:txBody>
                  <a:tcPr anchor="ctr">
                    <a:solidFill>
                      <a:schemeClr val="accent4">
                        <a:lumMod val="20000"/>
                        <a:lumOff val="80000"/>
                      </a:schemeClr>
                    </a:solidFill>
                  </a:tcPr>
                </a:tc>
                <a:extLst>
                  <a:ext uri="{0D108BD9-81ED-4DB2-BD59-A6C34878D82A}">
                    <a16:rowId xmlns:a16="http://schemas.microsoft.com/office/drawing/2014/main" val="4069816243"/>
                  </a:ext>
                </a:extLst>
              </a:tr>
              <a:tr h="1353455">
                <a:tc>
                  <a:txBody>
                    <a:bodyPr/>
                    <a:lstStyle/>
                    <a:p>
                      <a:pPr algn="ctr">
                        <a:lnSpc>
                          <a:spcPct val="150000"/>
                        </a:lnSpc>
                      </a:pPr>
                      <a:r>
                        <a:rPr lang="ja-JP" altLang="en-US" sz="1800" b="1" dirty="0" smtClean="0">
                          <a:solidFill>
                            <a:schemeClr val="accent5"/>
                          </a:solidFill>
                          <a:latin typeface="メイリオ" panose="020B0604030504040204" pitchFamily="50" charset="-128"/>
                          <a:ea typeface="メイリオ" panose="020B0604030504040204" pitchFamily="50" charset="-128"/>
                        </a:rPr>
                        <a:t>マクロの管理ができる人材が</a:t>
                      </a:r>
                      <a:endParaRPr lang="en-US" altLang="ja-JP" sz="1800" b="1" dirty="0" smtClean="0">
                        <a:solidFill>
                          <a:schemeClr val="accent5"/>
                        </a:solidFill>
                        <a:latin typeface="メイリオ" panose="020B0604030504040204" pitchFamily="50" charset="-128"/>
                        <a:ea typeface="メイリオ" panose="020B0604030504040204" pitchFamily="50" charset="-128"/>
                      </a:endParaRPr>
                    </a:p>
                    <a:p>
                      <a:pPr algn="ctr">
                        <a:lnSpc>
                          <a:spcPct val="150000"/>
                        </a:lnSpc>
                      </a:pPr>
                      <a:r>
                        <a:rPr lang="ja-JP" altLang="en-US" sz="1800" b="1" dirty="0" smtClean="0">
                          <a:solidFill>
                            <a:schemeClr val="accent5"/>
                          </a:solidFill>
                          <a:latin typeface="メイリオ" panose="020B0604030504040204" pitchFamily="50" charset="-128"/>
                          <a:ea typeface="メイリオ" panose="020B0604030504040204" pitchFamily="50" charset="-128"/>
                        </a:rPr>
                        <a:t>いなくなったらどうしよう</a:t>
                      </a:r>
                      <a:endParaRPr lang="en-US" altLang="ja-JP" sz="1800" b="1" dirty="0" smtClean="0">
                        <a:solidFill>
                          <a:schemeClr val="accent5"/>
                        </a:solidFill>
                        <a:latin typeface="メイリオ" panose="020B0604030504040204" pitchFamily="50" charset="-128"/>
                        <a:ea typeface="メイリオ" panose="020B0604030504040204" pitchFamily="50" charset="-128"/>
                      </a:endParaRPr>
                    </a:p>
                  </a:txBody>
                  <a:tcPr anchor="ctr">
                    <a:solidFill>
                      <a:schemeClr val="bg1">
                        <a:lumMod val="95000"/>
                      </a:schemeClr>
                    </a:solidFill>
                  </a:tcPr>
                </a:tc>
                <a:tc>
                  <a:txBody>
                    <a:bodyPr/>
                    <a:lstStyle/>
                    <a:p>
                      <a:pPr marL="88900" indent="0" algn="ctr">
                        <a:lnSpc>
                          <a:spcPct val="150000"/>
                        </a:lnSpc>
                      </a:pPr>
                      <a:r>
                        <a:rPr kumimoji="1" lang="ja-JP" altLang="en-US" sz="1800" b="1" kern="1200" dirty="0" smtClean="0">
                          <a:solidFill>
                            <a:schemeClr val="tx1">
                              <a:lumMod val="65000"/>
                              <a:lumOff val="35000"/>
                            </a:schemeClr>
                          </a:solidFill>
                          <a:latin typeface="メイリオ" panose="020B0604030504040204" pitchFamily="50" charset="-128"/>
                          <a:ea typeface="メイリオ" panose="020B0604030504040204" pitchFamily="50" charset="-128"/>
                          <a:cs typeface="+mn-cs"/>
                        </a:rPr>
                        <a:t>誰でも</a:t>
                      </a:r>
                      <a:r>
                        <a:rPr kumimoji="1" lang="ja-JP" altLang="en-US" sz="1800" b="1" kern="1200" dirty="0" smtClean="0">
                          <a:solidFill>
                            <a:srgbClr val="C00000"/>
                          </a:solidFill>
                          <a:latin typeface="メイリオ" panose="020B0604030504040204" pitchFamily="50" charset="-128"/>
                          <a:ea typeface="メイリオ" panose="020B0604030504040204" pitchFamily="50" charset="-128"/>
                          <a:cs typeface="+mn-cs"/>
                        </a:rPr>
                        <a:t>簡単</a:t>
                      </a:r>
                      <a:r>
                        <a:rPr kumimoji="1" lang="ja-JP" altLang="en-US" sz="1800" b="1" kern="1200" dirty="0" smtClean="0">
                          <a:solidFill>
                            <a:schemeClr val="tx1">
                              <a:lumMod val="65000"/>
                              <a:lumOff val="35000"/>
                            </a:schemeClr>
                          </a:solidFill>
                          <a:latin typeface="メイリオ" panose="020B0604030504040204" pitchFamily="50" charset="-128"/>
                          <a:ea typeface="メイリオ" panose="020B0604030504040204" pitchFamily="50" charset="-128"/>
                          <a:cs typeface="+mn-cs"/>
                        </a:rPr>
                        <a:t>に</a:t>
                      </a:r>
                      <a:r>
                        <a:rPr kumimoji="1" lang="ja-JP" altLang="en-US" sz="1800" b="1" kern="1200" dirty="0" smtClean="0">
                          <a:solidFill>
                            <a:srgbClr val="C00000"/>
                          </a:solidFill>
                          <a:latin typeface="メイリオ" panose="020B0604030504040204" pitchFamily="50" charset="-128"/>
                          <a:ea typeface="メイリオ" panose="020B0604030504040204" pitchFamily="50" charset="-128"/>
                          <a:cs typeface="+mn-cs"/>
                        </a:rPr>
                        <a:t>わかりやすい</a:t>
                      </a:r>
                      <a:r>
                        <a:rPr kumimoji="1" lang="ja-JP" altLang="en-US" sz="1800" b="1" kern="1200" dirty="0" smtClean="0">
                          <a:solidFill>
                            <a:schemeClr val="tx1">
                              <a:lumMod val="65000"/>
                              <a:lumOff val="35000"/>
                            </a:schemeClr>
                          </a:solidFill>
                          <a:latin typeface="メイリオ" panose="020B0604030504040204" pitchFamily="50" charset="-128"/>
                          <a:ea typeface="メイリオ" panose="020B0604030504040204" pitchFamily="50" charset="-128"/>
                          <a:cs typeface="+mn-cs"/>
                        </a:rPr>
                        <a:t>操作性</a:t>
                      </a:r>
                      <a:endParaRPr kumimoji="1" lang="en-US" altLang="ja-JP" sz="1800" b="1" kern="1200" dirty="0" smtClean="0">
                        <a:solidFill>
                          <a:schemeClr val="tx1">
                            <a:lumMod val="65000"/>
                            <a:lumOff val="35000"/>
                          </a:schemeClr>
                        </a:solidFill>
                        <a:latin typeface="メイリオ" panose="020B0604030504040204" pitchFamily="50" charset="-128"/>
                        <a:ea typeface="メイリオ" panose="020B0604030504040204" pitchFamily="50" charset="-128"/>
                        <a:cs typeface="+mn-cs"/>
                      </a:endParaRPr>
                    </a:p>
                    <a:p>
                      <a:pPr marL="88900" indent="0" algn="ctr">
                        <a:lnSpc>
                          <a:spcPct val="150000"/>
                        </a:lnSpc>
                      </a:pPr>
                      <a:r>
                        <a:rPr kumimoji="1" lang="ja-JP" altLang="en-US" sz="1800" b="1" kern="1200" dirty="0" smtClean="0">
                          <a:solidFill>
                            <a:schemeClr val="tx1">
                              <a:lumMod val="65000"/>
                              <a:lumOff val="35000"/>
                            </a:schemeClr>
                          </a:solidFill>
                          <a:latin typeface="メイリオ" panose="020B0604030504040204" pitchFamily="50" charset="-128"/>
                          <a:ea typeface="メイリオ" panose="020B0604030504040204" pitchFamily="50" charset="-128"/>
                          <a:cs typeface="+mn-cs"/>
                        </a:rPr>
                        <a:t>リリース後の保守も弊社にお任せください</a:t>
                      </a:r>
                      <a:endParaRPr kumimoji="1" lang="en-US" altLang="ja-JP" sz="1800" b="1" kern="1200" dirty="0" smtClean="0">
                        <a:solidFill>
                          <a:schemeClr val="tx1">
                            <a:lumMod val="65000"/>
                            <a:lumOff val="35000"/>
                          </a:schemeClr>
                        </a:solidFill>
                        <a:latin typeface="メイリオ" panose="020B0604030504040204" pitchFamily="50" charset="-128"/>
                        <a:ea typeface="メイリオ" panose="020B0604030504040204" pitchFamily="50" charset="-128"/>
                        <a:cs typeface="+mn-cs"/>
                      </a:endParaRPr>
                    </a:p>
                  </a:txBody>
                  <a:tcPr anchor="ctr">
                    <a:solidFill>
                      <a:schemeClr val="accent4">
                        <a:lumMod val="20000"/>
                        <a:lumOff val="80000"/>
                      </a:schemeClr>
                    </a:solidFill>
                  </a:tcPr>
                </a:tc>
                <a:extLst>
                  <a:ext uri="{0D108BD9-81ED-4DB2-BD59-A6C34878D82A}">
                    <a16:rowId xmlns:a16="http://schemas.microsoft.com/office/drawing/2014/main" val="227804536"/>
                  </a:ext>
                </a:extLst>
              </a:tr>
            </a:tbl>
          </a:graphicData>
        </a:graphic>
      </p:graphicFrame>
    </p:spTree>
    <p:extLst>
      <p:ext uri="{BB962C8B-B14F-4D97-AF65-F5344CB8AC3E}">
        <p14:creationId xmlns:p14="http://schemas.microsoft.com/office/powerpoint/2010/main" val="300748126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角丸四角形 30"/>
          <p:cNvSpPr/>
          <p:nvPr/>
        </p:nvSpPr>
        <p:spPr>
          <a:xfrm>
            <a:off x="3940383" y="1568678"/>
            <a:ext cx="4733209" cy="4479403"/>
          </a:xfrm>
          <a:prstGeom prst="roundRect">
            <a:avLst>
              <a:gd name="adj" fmla="val 5069"/>
            </a:avLst>
          </a:prstGeom>
          <a:noFill/>
          <a:ln w="5715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角丸四角形 3"/>
          <p:cNvSpPr/>
          <p:nvPr/>
        </p:nvSpPr>
        <p:spPr>
          <a:xfrm>
            <a:off x="3782742" y="1782525"/>
            <a:ext cx="2138219" cy="485069"/>
          </a:xfrm>
          <a:prstGeom prst="roundRect">
            <a:avLst>
              <a:gd name="adj" fmla="val 0"/>
            </a:avLst>
          </a:prstGeom>
          <a:solidFill>
            <a:schemeClr val="accent5">
              <a:lumMod val="40000"/>
              <a:lumOff val="6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p:cNvSpPr/>
          <p:nvPr/>
        </p:nvSpPr>
        <p:spPr>
          <a:xfrm>
            <a:off x="4253371" y="2383993"/>
            <a:ext cx="4002580" cy="3333509"/>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2" name="タイトル 3"/>
          <p:cNvSpPr txBox="1">
            <a:spLocks/>
          </p:cNvSpPr>
          <p:nvPr/>
        </p:nvSpPr>
        <p:spPr>
          <a:xfrm>
            <a:off x="742771" y="697218"/>
            <a:ext cx="11293475" cy="5302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2800" b="1" dirty="0" smtClean="0">
                <a:solidFill>
                  <a:schemeClr val="tx1">
                    <a:lumMod val="65000"/>
                    <a:lumOff val="35000"/>
                  </a:schemeClr>
                </a:solidFill>
                <a:latin typeface="メイリオ" panose="020B0604030504040204" pitchFamily="50" charset="-128"/>
                <a:ea typeface="メイリオ" panose="020B0604030504040204" pitchFamily="50" charset="-128"/>
              </a:rPr>
              <a:t>システム構成</a:t>
            </a:r>
            <a:endParaRPr lang="en-US" altLang="ja-JP" sz="2800" b="1" dirty="0" smtClean="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8" name="Graphic 35">
            <a:extLst>
              <a:ext uri="{FF2B5EF4-FFF2-40B4-BE49-F238E27FC236}">
                <a16:creationId xmlns:a16="http://schemas.microsoft.com/office/drawing/2014/main" id="{EE16ED80-C80D-1E40-AF5F-BA8C3673A43D}"/>
              </a:ext>
            </a:extLst>
          </p:cNvPr>
          <p:cNvPicPr>
            <a:picLocks noChangeAspect="1"/>
          </p:cNvPicPr>
          <p:nvPr/>
        </p:nvPicPr>
        <p:blipFill>
          <a:blip r:embed="rId2">
            <a:extLst>
              <a:ext uri="{96DAC541-7B7A-43D3-8B79-37D633B846F1}">
                <asvg:svgBlip xmlns:asvg="http://schemas.microsoft.com/office/drawing/2016/SVG/main" xmlns="" r:embed="rId5"/>
              </a:ext>
            </a:extLst>
          </a:blip>
          <a:srcRect/>
          <a:stretch/>
        </p:blipFill>
        <p:spPr>
          <a:xfrm>
            <a:off x="4253370" y="2380030"/>
            <a:ext cx="663101" cy="663101"/>
          </a:xfrm>
          <a:prstGeom prst="rect">
            <a:avLst/>
          </a:prstGeom>
        </p:spPr>
      </p:pic>
      <p:sp>
        <p:nvSpPr>
          <p:cNvPr id="12" name="正方形/長方形 11"/>
          <p:cNvSpPr/>
          <p:nvPr/>
        </p:nvSpPr>
        <p:spPr>
          <a:xfrm>
            <a:off x="5185489" y="2900141"/>
            <a:ext cx="2260735" cy="255040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pic>
        <p:nvPicPr>
          <p:cNvPr id="21" name="図 20"/>
          <p:cNvPicPr>
            <a:picLocks noChangeAspect="1"/>
          </p:cNvPicPr>
          <p:nvPr/>
        </p:nvPicPr>
        <p:blipFill>
          <a:blip r:embed="rId6"/>
          <a:stretch>
            <a:fillRect/>
          </a:stretch>
        </p:blipFill>
        <p:spPr>
          <a:xfrm>
            <a:off x="5574181" y="3231855"/>
            <a:ext cx="1789432" cy="335100"/>
          </a:xfrm>
          <a:prstGeom prst="rect">
            <a:avLst/>
          </a:prstGeom>
        </p:spPr>
      </p:pic>
      <p:pic>
        <p:nvPicPr>
          <p:cNvPr id="22" name="図 21"/>
          <p:cNvPicPr>
            <a:picLocks noChangeAspect="1"/>
          </p:cNvPicPr>
          <p:nvPr/>
        </p:nvPicPr>
        <p:blipFill rotWithShape="1">
          <a:blip r:embed="rId7"/>
          <a:srcRect l="21987" t="14420"/>
          <a:stretch/>
        </p:blipFill>
        <p:spPr>
          <a:xfrm>
            <a:off x="5268927" y="3255934"/>
            <a:ext cx="334011" cy="330397"/>
          </a:xfrm>
          <a:prstGeom prst="rect">
            <a:avLst/>
          </a:prstGeom>
        </p:spPr>
      </p:pic>
      <p:grpSp>
        <p:nvGrpSpPr>
          <p:cNvPr id="34" name="グループ化 33"/>
          <p:cNvGrpSpPr/>
          <p:nvPr/>
        </p:nvGrpSpPr>
        <p:grpSpPr>
          <a:xfrm>
            <a:off x="5441897" y="3748834"/>
            <a:ext cx="1378513" cy="1241714"/>
            <a:chOff x="4435679" y="1952508"/>
            <a:chExt cx="3185158" cy="2505931"/>
          </a:xfrm>
        </p:grpSpPr>
        <p:grpSp>
          <p:nvGrpSpPr>
            <p:cNvPr id="35" name="グループ化 34"/>
            <p:cNvGrpSpPr/>
            <p:nvPr/>
          </p:nvGrpSpPr>
          <p:grpSpPr>
            <a:xfrm>
              <a:off x="4435679" y="1952508"/>
              <a:ext cx="3185158" cy="2505931"/>
              <a:chOff x="5281092" y="511627"/>
              <a:chExt cx="2833045" cy="2918550"/>
            </a:xfrm>
          </p:grpSpPr>
          <p:pic>
            <p:nvPicPr>
              <p:cNvPr id="43" name="Picture 6" descr="WEBページのブラウザウィンドウアイコン素材"/>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281092" y="511627"/>
                <a:ext cx="2833045" cy="2918550"/>
              </a:xfrm>
              <a:prstGeom prst="rect">
                <a:avLst/>
              </a:prstGeom>
              <a:noFill/>
              <a:extLst>
                <a:ext uri="{909E8E84-426E-40DD-AFC4-6F175D3DCCD1}">
                  <a14:hiddenFill xmlns:a14="http://schemas.microsoft.com/office/drawing/2010/main">
                    <a:solidFill>
                      <a:srgbClr val="FFFFFF"/>
                    </a:solidFill>
                  </a14:hiddenFill>
                </a:ext>
              </a:extLst>
            </p:spPr>
          </p:pic>
          <p:sp>
            <p:nvSpPr>
              <p:cNvPr id="44" name="正方形/長方形 43"/>
              <p:cNvSpPr/>
              <p:nvPr/>
            </p:nvSpPr>
            <p:spPr>
              <a:xfrm>
                <a:off x="5343061" y="919880"/>
                <a:ext cx="2699901" cy="2431011"/>
              </a:xfrm>
              <a:prstGeom prst="rect">
                <a:avLst/>
              </a:prstGeom>
              <a:solidFill>
                <a:srgbClr val="FFF8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grpSp>
        <p:sp>
          <p:nvSpPr>
            <p:cNvPr id="36" name="正方形/長方形 35"/>
            <p:cNvSpPr/>
            <p:nvPr/>
          </p:nvSpPr>
          <p:spPr>
            <a:xfrm>
              <a:off x="4848915" y="2767008"/>
              <a:ext cx="2339883" cy="151289"/>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37" name="正方形/長方形 36"/>
            <p:cNvSpPr/>
            <p:nvPr/>
          </p:nvSpPr>
          <p:spPr>
            <a:xfrm>
              <a:off x="4848915" y="3105661"/>
              <a:ext cx="2339883" cy="138003"/>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38" name="正方形/長方形 37"/>
            <p:cNvSpPr/>
            <p:nvPr/>
          </p:nvSpPr>
          <p:spPr>
            <a:xfrm>
              <a:off x="4848915" y="3430105"/>
              <a:ext cx="2339883" cy="125840"/>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39" name="正方形/長方形 38"/>
            <p:cNvSpPr/>
            <p:nvPr/>
          </p:nvSpPr>
          <p:spPr>
            <a:xfrm>
              <a:off x="4848915" y="3741538"/>
              <a:ext cx="2339883" cy="151289"/>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0" name="正方形/長方形 39"/>
            <p:cNvSpPr/>
            <p:nvPr/>
          </p:nvSpPr>
          <p:spPr>
            <a:xfrm>
              <a:off x="4848915" y="4080193"/>
              <a:ext cx="2339883" cy="138003"/>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pic>
          <p:nvPicPr>
            <p:cNvPr id="41" name="図 40"/>
            <p:cNvPicPr>
              <a:picLocks noChangeAspect="1"/>
            </p:cNvPicPr>
            <p:nvPr/>
          </p:nvPicPr>
          <p:blipFill rotWithShape="1">
            <a:blip r:embed="rId9">
              <a:extLst>
                <a:ext uri="{BEBA8EAE-BF5A-486C-A8C5-ECC9F3942E4B}">
                  <a14:imgProps xmlns:a14="http://schemas.microsoft.com/office/drawing/2010/main">
                    <a14:imgLayer r:embed="rId10">
                      <a14:imgEffect>
                        <a14:backgroundRemoval t="16114" b="96209" l="23077" r="97009"/>
                      </a14:imgEffect>
                    </a14:imgLayer>
                  </a14:imgProps>
                </a:ext>
              </a:extLst>
            </a:blip>
            <a:srcRect l="21987" t="14420"/>
            <a:stretch/>
          </p:blipFill>
          <p:spPr>
            <a:xfrm>
              <a:off x="4740888" y="2423008"/>
              <a:ext cx="1027374" cy="1016258"/>
            </a:xfrm>
            <a:prstGeom prst="rect">
              <a:avLst/>
            </a:prstGeom>
          </p:spPr>
        </p:pic>
      </p:grpSp>
      <p:pic>
        <p:nvPicPr>
          <p:cNvPr id="32" name="Picture 2" descr="データベースのイラスト | マップラボ-地図アイコンを無料ダウンロード maplab"/>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6537589" y="4378975"/>
            <a:ext cx="837699" cy="916678"/>
          </a:xfrm>
          <a:prstGeom prst="rect">
            <a:avLst/>
          </a:prstGeom>
          <a:noFill/>
          <a:extLst>
            <a:ext uri="{909E8E84-426E-40DD-AFC4-6F175D3DCCD1}">
              <a14:hiddenFill xmlns:a14="http://schemas.microsoft.com/office/drawing/2010/main">
                <a:solidFill>
                  <a:srgbClr val="FFFFFF"/>
                </a:solidFill>
              </a14:hiddenFill>
            </a:ext>
          </a:extLst>
        </p:spPr>
      </p:pic>
      <p:sp>
        <p:nvSpPr>
          <p:cNvPr id="50" name="テキスト ボックス 49"/>
          <p:cNvSpPr txBox="1"/>
          <p:nvPr/>
        </p:nvSpPr>
        <p:spPr>
          <a:xfrm>
            <a:off x="3457009" y="4371727"/>
            <a:ext cx="1654133" cy="338554"/>
          </a:xfrm>
          <a:prstGeom prst="rect">
            <a:avLst/>
          </a:prstGeom>
          <a:solidFill>
            <a:schemeClr val="bg1">
              <a:alpha val="84000"/>
            </a:schemeClr>
          </a:solidFill>
        </p:spPr>
        <p:txBody>
          <a:bodyPr wrap="square" rtlCol="0">
            <a:spAutoFit/>
          </a:bodyPr>
          <a:lstStyle/>
          <a:p>
            <a:r>
              <a:rPr kumimoji="1" lang="ja-JP" altLang="en-US" sz="1600" b="1" dirty="0" smtClean="0">
                <a:latin typeface="メイリオ" panose="020B0604030504040204" pitchFamily="50" charset="-128"/>
                <a:ea typeface="メイリオ" panose="020B0604030504040204" pitchFamily="50" charset="-128"/>
              </a:rPr>
              <a:t>データ取り込み</a:t>
            </a:r>
            <a:endParaRPr kumimoji="1" lang="ja-JP" altLang="en-US" sz="1600" b="1" dirty="0">
              <a:latin typeface="メイリオ" panose="020B0604030504040204" pitchFamily="50" charset="-128"/>
              <a:ea typeface="メイリオ" panose="020B0604030504040204" pitchFamily="50" charset="-128"/>
            </a:endParaRPr>
          </a:p>
        </p:txBody>
      </p:sp>
      <p:sp>
        <p:nvSpPr>
          <p:cNvPr id="42" name="テキスト ボックス 41"/>
          <p:cNvSpPr txBox="1"/>
          <p:nvPr/>
        </p:nvSpPr>
        <p:spPr>
          <a:xfrm>
            <a:off x="7965184" y="4401928"/>
            <a:ext cx="1241167" cy="338554"/>
          </a:xfrm>
          <a:prstGeom prst="rect">
            <a:avLst/>
          </a:prstGeom>
          <a:solidFill>
            <a:schemeClr val="bg1">
              <a:alpha val="55000"/>
            </a:schemeClr>
          </a:solidFill>
        </p:spPr>
        <p:txBody>
          <a:bodyPr wrap="square" rtlCol="0">
            <a:spAutoFit/>
          </a:bodyPr>
          <a:lstStyle/>
          <a:p>
            <a:r>
              <a:rPr lang="ja-JP" altLang="en-US" sz="1600" b="1" dirty="0" smtClean="0">
                <a:latin typeface="メイリオ" panose="020B0604030504040204" pitchFamily="50" charset="-128"/>
                <a:ea typeface="メイリオ" panose="020B0604030504040204" pitchFamily="50" charset="-128"/>
              </a:rPr>
              <a:t>参照・管理</a:t>
            </a:r>
            <a:endParaRPr kumimoji="1" lang="ja-JP" altLang="en-US" sz="1600" b="1" dirty="0">
              <a:latin typeface="メイリオ" panose="020B0604030504040204" pitchFamily="50" charset="-128"/>
              <a:ea typeface="メイリオ" panose="020B0604030504040204" pitchFamily="50" charset="-128"/>
            </a:endParaRPr>
          </a:p>
        </p:txBody>
      </p:sp>
      <p:sp>
        <p:nvSpPr>
          <p:cNvPr id="65" name="テキスト ボックス 64"/>
          <p:cNvSpPr txBox="1"/>
          <p:nvPr/>
        </p:nvSpPr>
        <p:spPr>
          <a:xfrm>
            <a:off x="3940383" y="1870735"/>
            <a:ext cx="1925314" cy="369332"/>
          </a:xfrm>
          <a:prstGeom prst="rect">
            <a:avLst/>
          </a:prstGeom>
          <a:noFill/>
        </p:spPr>
        <p:txBody>
          <a:bodyPr wrap="square" rtlCol="0">
            <a:spAutoFit/>
          </a:bodyPr>
          <a:lstStyle/>
          <a:p>
            <a:r>
              <a:rPr kumimoji="1" lang="ja-JP" altLang="en-US" b="1" dirty="0" smtClean="0">
                <a:solidFill>
                  <a:schemeClr val="accent5">
                    <a:lumMod val="50000"/>
                  </a:schemeClr>
                </a:solidFill>
                <a:latin typeface="メイリオ" panose="020B0604030504040204" pitchFamily="50" charset="-128"/>
                <a:ea typeface="メイリオ" panose="020B0604030504040204" pitchFamily="50" charset="-128"/>
              </a:rPr>
              <a:t>今回の開発範囲</a:t>
            </a:r>
            <a:endParaRPr kumimoji="1" lang="ja-JP" altLang="en-US" b="1" dirty="0">
              <a:solidFill>
                <a:schemeClr val="accent5">
                  <a:lumMod val="50000"/>
                </a:schemeClr>
              </a:solidFill>
              <a:latin typeface="メイリオ" panose="020B0604030504040204" pitchFamily="50" charset="-128"/>
              <a:ea typeface="メイリオ" panose="020B0604030504040204" pitchFamily="50" charset="-128"/>
            </a:endParaRPr>
          </a:p>
        </p:txBody>
      </p:sp>
      <p:sp>
        <p:nvSpPr>
          <p:cNvPr id="66" name="正方形/長方形 65"/>
          <p:cNvSpPr/>
          <p:nvPr/>
        </p:nvSpPr>
        <p:spPr>
          <a:xfrm>
            <a:off x="9446419" y="4987072"/>
            <a:ext cx="1288064" cy="64748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67" name="正方形/長方形 66"/>
          <p:cNvSpPr/>
          <p:nvPr/>
        </p:nvSpPr>
        <p:spPr>
          <a:xfrm>
            <a:off x="9431416" y="5141538"/>
            <a:ext cx="1269642" cy="338554"/>
          </a:xfrm>
          <a:prstGeom prst="rect">
            <a:avLst/>
          </a:prstGeom>
          <a:noFill/>
        </p:spPr>
        <p:txBody>
          <a:bodyPr wrap="square" anchor="b">
            <a:spAutoFit/>
          </a:bodyPr>
          <a:lstStyle/>
          <a:p>
            <a:pPr algn="ctr"/>
            <a:r>
              <a:rPr lang="ja-JP" altLang="en-US" sz="1600" b="1" dirty="0" smtClean="0">
                <a:solidFill>
                  <a:srgbClr val="000000"/>
                </a:solidFill>
                <a:latin typeface="メイリオ" panose="020B0604030504040204" pitchFamily="50" charset="-128"/>
                <a:ea typeface="メイリオ" panose="020B0604030504040204" pitchFamily="50" charset="-128"/>
              </a:rPr>
              <a:t>ご担当者様</a:t>
            </a:r>
            <a:endParaRPr lang="en-US" altLang="ja-JP" sz="1600" b="1" dirty="0" smtClean="0">
              <a:solidFill>
                <a:srgbClr val="000000"/>
              </a:solidFill>
              <a:latin typeface="メイリオ" panose="020B0604030504040204" pitchFamily="50" charset="-128"/>
              <a:ea typeface="メイリオ" panose="020B0604030504040204" pitchFamily="50" charset="-128"/>
            </a:endParaRPr>
          </a:p>
        </p:txBody>
      </p:sp>
      <p:pic>
        <p:nvPicPr>
          <p:cNvPr id="79" name="図 78"/>
          <p:cNvPicPr>
            <a:picLocks noChangeAspect="1"/>
          </p:cNvPicPr>
          <p:nvPr/>
        </p:nvPicPr>
        <p:blipFill>
          <a:blip r:embed="rId12"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9369419" y="3142152"/>
            <a:ext cx="1387702" cy="1844920"/>
          </a:xfrm>
          <a:prstGeom prst="rect">
            <a:avLst/>
          </a:prstGeom>
        </p:spPr>
      </p:pic>
      <p:sp>
        <p:nvSpPr>
          <p:cNvPr id="5" name="直角三角形 4"/>
          <p:cNvSpPr/>
          <p:nvPr/>
        </p:nvSpPr>
        <p:spPr>
          <a:xfrm rot="10800000">
            <a:off x="3782742" y="2267594"/>
            <a:ext cx="187500" cy="212549"/>
          </a:xfrm>
          <a:prstGeom prst="rtTriangle">
            <a:avLst/>
          </a:prstGeom>
          <a:solidFill>
            <a:schemeClr val="accent5">
              <a:lumMod val="7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cxnSp>
        <p:nvCxnSpPr>
          <p:cNvPr id="30" name="直線矢印コネクタ 29"/>
          <p:cNvCxnSpPr>
            <a:stCxn id="12" idx="3"/>
          </p:cNvCxnSpPr>
          <p:nvPr/>
        </p:nvCxnSpPr>
        <p:spPr>
          <a:xfrm flipV="1">
            <a:off x="7446224" y="4174831"/>
            <a:ext cx="1505554" cy="514"/>
          </a:xfrm>
          <a:prstGeom prst="straightConnector1">
            <a:avLst/>
          </a:prstGeom>
          <a:ln w="76200">
            <a:headEnd type="triangle"/>
            <a:tailEnd type="none"/>
          </a:ln>
        </p:spPr>
        <p:style>
          <a:lnRef idx="1">
            <a:schemeClr val="accent1"/>
          </a:lnRef>
          <a:fillRef idx="0">
            <a:schemeClr val="accent1"/>
          </a:fillRef>
          <a:effectRef idx="0">
            <a:schemeClr val="accent1"/>
          </a:effectRef>
          <a:fontRef idx="minor">
            <a:schemeClr val="tx1"/>
          </a:fontRef>
        </p:style>
      </p:cxnSp>
      <p:cxnSp>
        <p:nvCxnSpPr>
          <p:cNvPr id="52" name="直線矢印コネクタ 51"/>
          <p:cNvCxnSpPr>
            <a:stCxn id="12" idx="1"/>
          </p:cNvCxnSpPr>
          <p:nvPr/>
        </p:nvCxnSpPr>
        <p:spPr>
          <a:xfrm flipH="1" flipV="1">
            <a:off x="3244556" y="4166755"/>
            <a:ext cx="1940933" cy="8590"/>
          </a:xfrm>
          <a:prstGeom prst="straightConnector1">
            <a:avLst/>
          </a:prstGeom>
          <a:ln w="76200">
            <a:headEnd type="triangle"/>
            <a:tailEnd type="none"/>
          </a:ln>
        </p:spPr>
        <p:style>
          <a:lnRef idx="1">
            <a:schemeClr val="accent1"/>
          </a:lnRef>
          <a:fillRef idx="0">
            <a:schemeClr val="accent1"/>
          </a:fillRef>
          <a:effectRef idx="0">
            <a:schemeClr val="accent1"/>
          </a:effectRef>
          <a:fontRef idx="minor">
            <a:schemeClr val="tx1"/>
          </a:fontRef>
        </p:style>
      </p:cxnSp>
      <p:grpSp>
        <p:nvGrpSpPr>
          <p:cNvPr id="33" name="グループ化 32"/>
          <p:cNvGrpSpPr/>
          <p:nvPr/>
        </p:nvGrpSpPr>
        <p:grpSpPr>
          <a:xfrm>
            <a:off x="1396072" y="3242173"/>
            <a:ext cx="1443444" cy="1493062"/>
            <a:chOff x="7894663" y="1684204"/>
            <a:chExt cx="886203" cy="855920"/>
          </a:xfrm>
        </p:grpSpPr>
        <p:grpSp>
          <p:nvGrpSpPr>
            <p:cNvPr id="45" name="グループ化 44"/>
            <p:cNvGrpSpPr/>
            <p:nvPr/>
          </p:nvGrpSpPr>
          <p:grpSpPr>
            <a:xfrm>
              <a:off x="8217404" y="1684204"/>
              <a:ext cx="563462" cy="642520"/>
              <a:chOff x="7869798" y="1896921"/>
              <a:chExt cx="682482" cy="706180"/>
            </a:xfrm>
          </p:grpSpPr>
          <p:sp>
            <p:nvSpPr>
              <p:cNvPr id="97" name="正方形/長方形 96"/>
              <p:cNvSpPr/>
              <p:nvPr/>
            </p:nvSpPr>
            <p:spPr>
              <a:xfrm rot="39585">
                <a:off x="7869798" y="1896921"/>
                <a:ext cx="682482" cy="706180"/>
              </a:xfrm>
              <a:prstGeom prst="rect">
                <a:avLst/>
              </a:prstGeom>
              <a:solidFill>
                <a:schemeClr val="bg1"/>
              </a:solid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8" name="正方形/長方形 97"/>
              <p:cNvSpPr/>
              <p:nvPr/>
            </p:nvSpPr>
            <p:spPr>
              <a:xfrm>
                <a:off x="7960615" y="2003229"/>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99" name="正方形/長方形 98"/>
              <p:cNvSpPr/>
              <p:nvPr/>
            </p:nvSpPr>
            <p:spPr>
              <a:xfrm>
                <a:off x="7960615" y="2079598"/>
                <a:ext cx="487853" cy="45719"/>
              </a:xfrm>
              <a:prstGeom prst="rect">
                <a:avLst/>
              </a:prstGeom>
              <a:solidFill>
                <a:schemeClr val="accent3">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100" name="正方形/長方形 99"/>
              <p:cNvSpPr/>
              <p:nvPr/>
            </p:nvSpPr>
            <p:spPr>
              <a:xfrm>
                <a:off x="7957294" y="2159555"/>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101" name="正方形/長方形 100"/>
              <p:cNvSpPr/>
              <p:nvPr/>
            </p:nvSpPr>
            <p:spPr>
              <a:xfrm>
                <a:off x="7957294" y="2235924"/>
                <a:ext cx="487853" cy="45719"/>
              </a:xfrm>
              <a:prstGeom prst="rect">
                <a:avLst/>
              </a:prstGeom>
              <a:solidFill>
                <a:schemeClr val="accent3">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102" name="正方形/長方形 101"/>
              <p:cNvSpPr/>
              <p:nvPr/>
            </p:nvSpPr>
            <p:spPr>
              <a:xfrm>
                <a:off x="7957294" y="2315881"/>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b="1"/>
              </a:p>
            </p:txBody>
          </p:sp>
          <p:sp>
            <p:nvSpPr>
              <p:cNvPr id="103" name="正方形/長方形 102"/>
              <p:cNvSpPr/>
              <p:nvPr/>
            </p:nvSpPr>
            <p:spPr>
              <a:xfrm>
                <a:off x="7957294" y="2392250"/>
                <a:ext cx="487853" cy="45719"/>
              </a:xfrm>
              <a:prstGeom prst="rect">
                <a:avLst/>
              </a:prstGeom>
              <a:solidFill>
                <a:schemeClr val="accent3">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b="1"/>
              </a:p>
            </p:txBody>
          </p:sp>
          <p:sp>
            <p:nvSpPr>
              <p:cNvPr id="104" name="正方形/長方形 103"/>
              <p:cNvSpPr/>
              <p:nvPr/>
            </p:nvSpPr>
            <p:spPr>
              <a:xfrm>
                <a:off x="7957293" y="2470651"/>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grpSp>
        <p:grpSp>
          <p:nvGrpSpPr>
            <p:cNvPr id="46" name="グループ化 45"/>
            <p:cNvGrpSpPr/>
            <p:nvPr/>
          </p:nvGrpSpPr>
          <p:grpSpPr>
            <a:xfrm>
              <a:off x="8152855" y="1726884"/>
              <a:ext cx="563462" cy="642520"/>
              <a:chOff x="7869798" y="1896921"/>
              <a:chExt cx="682482" cy="706180"/>
            </a:xfrm>
          </p:grpSpPr>
          <p:sp>
            <p:nvSpPr>
              <p:cNvPr id="89" name="正方形/長方形 88"/>
              <p:cNvSpPr/>
              <p:nvPr/>
            </p:nvSpPr>
            <p:spPr>
              <a:xfrm rot="39585">
                <a:off x="7869798" y="1896921"/>
                <a:ext cx="682482" cy="706180"/>
              </a:xfrm>
              <a:prstGeom prst="rect">
                <a:avLst/>
              </a:prstGeom>
              <a:solidFill>
                <a:schemeClr val="bg1"/>
              </a:solid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0" name="正方形/長方形 89"/>
              <p:cNvSpPr/>
              <p:nvPr/>
            </p:nvSpPr>
            <p:spPr>
              <a:xfrm>
                <a:off x="7960615" y="2003229"/>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91" name="正方形/長方形 90"/>
              <p:cNvSpPr/>
              <p:nvPr/>
            </p:nvSpPr>
            <p:spPr>
              <a:xfrm>
                <a:off x="7960615" y="2079598"/>
                <a:ext cx="487853" cy="45719"/>
              </a:xfrm>
              <a:prstGeom prst="rect">
                <a:avLst/>
              </a:prstGeom>
              <a:solidFill>
                <a:schemeClr val="accent3">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92" name="正方形/長方形 91"/>
              <p:cNvSpPr/>
              <p:nvPr/>
            </p:nvSpPr>
            <p:spPr>
              <a:xfrm>
                <a:off x="7957294" y="2159555"/>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93" name="正方形/長方形 92"/>
              <p:cNvSpPr/>
              <p:nvPr/>
            </p:nvSpPr>
            <p:spPr>
              <a:xfrm>
                <a:off x="7957294" y="2235924"/>
                <a:ext cx="487853" cy="45719"/>
              </a:xfrm>
              <a:prstGeom prst="rect">
                <a:avLst/>
              </a:prstGeom>
              <a:solidFill>
                <a:schemeClr val="accent3">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94" name="正方形/長方形 93"/>
              <p:cNvSpPr/>
              <p:nvPr/>
            </p:nvSpPr>
            <p:spPr>
              <a:xfrm>
                <a:off x="7957294" y="2315881"/>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b="1"/>
              </a:p>
            </p:txBody>
          </p:sp>
          <p:sp>
            <p:nvSpPr>
              <p:cNvPr id="95" name="正方形/長方形 94"/>
              <p:cNvSpPr/>
              <p:nvPr/>
            </p:nvSpPr>
            <p:spPr>
              <a:xfrm>
                <a:off x="7957294" y="2392250"/>
                <a:ext cx="487853" cy="45719"/>
              </a:xfrm>
              <a:prstGeom prst="rect">
                <a:avLst/>
              </a:prstGeom>
              <a:solidFill>
                <a:schemeClr val="accent3">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b="1"/>
              </a:p>
            </p:txBody>
          </p:sp>
          <p:sp>
            <p:nvSpPr>
              <p:cNvPr id="96" name="正方形/長方形 95"/>
              <p:cNvSpPr/>
              <p:nvPr/>
            </p:nvSpPr>
            <p:spPr>
              <a:xfrm>
                <a:off x="7957293" y="2470651"/>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grpSp>
        <p:grpSp>
          <p:nvGrpSpPr>
            <p:cNvPr id="47" name="グループ化 46"/>
            <p:cNvGrpSpPr/>
            <p:nvPr/>
          </p:nvGrpSpPr>
          <p:grpSpPr>
            <a:xfrm>
              <a:off x="8088307" y="1769564"/>
              <a:ext cx="563462" cy="642520"/>
              <a:chOff x="7869798" y="1896921"/>
              <a:chExt cx="682482" cy="706180"/>
            </a:xfrm>
          </p:grpSpPr>
          <p:sp>
            <p:nvSpPr>
              <p:cNvPr id="81" name="正方形/長方形 80"/>
              <p:cNvSpPr/>
              <p:nvPr/>
            </p:nvSpPr>
            <p:spPr>
              <a:xfrm rot="39585">
                <a:off x="7869798" y="1896921"/>
                <a:ext cx="682482" cy="706180"/>
              </a:xfrm>
              <a:prstGeom prst="rect">
                <a:avLst/>
              </a:prstGeom>
              <a:solidFill>
                <a:schemeClr val="bg1"/>
              </a:solid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2" name="正方形/長方形 81"/>
              <p:cNvSpPr/>
              <p:nvPr/>
            </p:nvSpPr>
            <p:spPr>
              <a:xfrm>
                <a:off x="7960615" y="2003229"/>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83" name="正方形/長方形 82"/>
              <p:cNvSpPr/>
              <p:nvPr/>
            </p:nvSpPr>
            <p:spPr>
              <a:xfrm>
                <a:off x="7960615" y="2079598"/>
                <a:ext cx="487853" cy="45719"/>
              </a:xfrm>
              <a:prstGeom prst="rect">
                <a:avLst/>
              </a:prstGeom>
              <a:solidFill>
                <a:schemeClr val="accent3">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84" name="正方形/長方形 83"/>
              <p:cNvSpPr/>
              <p:nvPr/>
            </p:nvSpPr>
            <p:spPr>
              <a:xfrm>
                <a:off x="7957294" y="2159555"/>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85" name="正方形/長方形 84"/>
              <p:cNvSpPr/>
              <p:nvPr/>
            </p:nvSpPr>
            <p:spPr>
              <a:xfrm>
                <a:off x="7957294" y="2235924"/>
                <a:ext cx="487853" cy="45719"/>
              </a:xfrm>
              <a:prstGeom prst="rect">
                <a:avLst/>
              </a:prstGeom>
              <a:solidFill>
                <a:schemeClr val="accent3">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86" name="正方形/長方形 85"/>
              <p:cNvSpPr/>
              <p:nvPr/>
            </p:nvSpPr>
            <p:spPr>
              <a:xfrm>
                <a:off x="7957294" y="2315881"/>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b="1"/>
              </a:p>
            </p:txBody>
          </p:sp>
          <p:sp>
            <p:nvSpPr>
              <p:cNvPr id="87" name="正方形/長方形 86"/>
              <p:cNvSpPr/>
              <p:nvPr/>
            </p:nvSpPr>
            <p:spPr>
              <a:xfrm>
                <a:off x="7957294" y="2392250"/>
                <a:ext cx="487853" cy="45719"/>
              </a:xfrm>
              <a:prstGeom prst="rect">
                <a:avLst/>
              </a:prstGeom>
              <a:solidFill>
                <a:schemeClr val="accent3">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b="1"/>
              </a:p>
            </p:txBody>
          </p:sp>
          <p:sp>
            <p:nvSpPr>
              <p:cNvPr id="88" name="正方形/長方形 87"/>
              <p:cNvSpPr/>
              <p:nvPr/>
            </p:nvSpPr>
            <p:spPr>
              <a:xfrm>
                <a:off x="7957293" y="2470651"/>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grpSp>
        <p:grpSp>
          <p:nvGrpSpPr>
            <p:cNvPr id="48" name="グループ化 47"/>
            <p:cNvGrpSpPr/>
            <p:nvPr/>
          </p:nvGrpSpPr>
          <p:grpSpPr>
            <a:xfrm>
              <a:off x="8023759" y="1812244"/>
              <a:ext cx="563462" cy="642520"/>
              <a:chOff x="7869798" y="1896921"/>
              <a:chExt cx="682482" cy="706180"/>
            </a:xfrm>
          </p:grpSpPr>
          <p:sp>
            <p:nvSpPr>
              <p:cNvPr id="72" name="正方形/長方形 71"/>
              <p:cNvSpPr/>
              <p:nvPr/>
            </p:nvSpPr>
            <p:spPr>
              <a:xfrm rot="39585">
                <a:off x="7869798" y="1896921"/>
                <a:ext cx="682482" cy="706180"/>
              </a:xfrm>
              <a:prstGeom prst="rect">
                <a:avLst/>
              </a:prstGeom>
              <a:solidFill>
                <a:schemeClr val="bg1"/>
              </a:solid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3" name="正方形/長方形 72"/>
              <p:cNvSpPr/>
              <p:nvPr/>
            </p:nvSpPr>
            <p:spPr>
              <a:xfrm>
                <a:off x="7960615" y="2003229"/>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74" name="正方形/長方形 73"/>
              <p:cNvSpPr/>
              <p:nvPr/>
            </p:nvSpPr>
            <p:spPr>
              <a:xfrm>
                <a:off x="7960615" y="2079598"/>
                <a:ext cx="487853" cy="45719"/>
              </a:xfrm>
              <a:prstGeom prst="rect">
                <a:avLst/>
              </a:prstGeom>
              <a:solidFill>
                <a:schemeClr val="accent3">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75" name="正方形/長方形 74"/>
              <p:cNvSpPr/>
              <p:nvPr/>
            </p:nvSpPr>
            <p:spPr>
              <a:xfrm>
                <a:off x="7957294" y="2159555"/>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76" name="正方形/長方形 75"/>
              <p:cNvSpPr/>
              <p:nvPr/>
            </p:nvSpPr>
            <p:spPr>
              <a:xfrm>
                <a:off x="7957294" y="2235924"/>
                <a:ext cx="487853" cy="45719"/>
              </a:xfrm>
              <a:prstGeom prst="rect">
                <a:avLst/>
              </a:prstGeom>
              <a:solidFill>
                <a:schemeClr val="accent3">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77" name="正方形/長方形 76"/>
              <p:cNvSpPr/>
              <p:nvPr/>
            </p:nvSpPr>
            <p:spPr>
              <a:xfrm>
                <a:off x="7957294" y="2315881"/>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b="1"/>
              </a:p>
            </p:txBody>
          </p:sp>
          <p:sp>
            <p:nvSpPr>
              <p:cNvPr id="78" name="正方形/長方形 77"/>
              <p:cNvSpPr/>
              <p:nvPr/>
            </p:nvSpPr>
            <p:spPr>
              <a:xfrm>
                <a:off x="7957294" y="2392250"/>
                <a:ext cx="487853" cy="45719"/>
              </a:xfrm>
              <a:prstGeom prst="rect">
                <a:avLst/>
              </a:prstGeom>
              <a:solidFill>
                <a:schemeClr val="accent3">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b="1"/>
              </a:p>
            </p:txBody>
          </p:sp>
          <p:sp>
            <p:nvSpPr>
              <p:cNvPr id="80" name="正方形/長方形 79"/>
              <p:cNvSpPr/>
              <p:nvPr/>
            </p:nvSpPr>
            <p:spPr>
              <a:xfrm>
                <a:off x="7957293" y="2470651"/>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grpSp>
        <p:grpSp>
          <p:nvGrpSpPr>
            <p:cNvPr id="49" name="グループ化 48"/>
            <p:cNvGrpSpPr/>
            <p:nvPr/>
          </p:nvGrpSpPr>
          <p:grpSpPr>
            <a:xfrm>
              <a:off x="7959211" y="1854924"/>
              <a:ext cx="563462" cy="642520"/>
              <a:chOff x="7869798" y="1896921"/>
              <a:chExt cx="682482" cy="706180"/>
            </a:xfrm>
          </p:grpSpPr>
          <p:sp>
            <p:nvSpPr>
              <p:cNvPr id="61" name="正方形/長方形 60"/>
              <p:cNvSpPr/>
              <p:nvPr/>
            </p:nvSpPr>
            <p:spPr>
              <a:xfrm rot="39585">
                <a:off x="7869798" y="1896921"/>
                <a:ext cx="682482" cy="706180"/>
              </a:xfrm>
              <a:prstGeom prst="rect">
                <a:avLst/>
              </a:prstGeom>
              <a:solidFill>
                <a:schemeClr val="bg1"/>
              </a:solid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正方形/長方形 61"/>
              <p:cNvSpPr/>
              <p:nvPr/>
            </p:nvSpPr>
            <p:spPr>
              <a:xfrm>
                <a:off x="7960615" y="2003229"/>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63" name="正方形/長方形 62"/>
              <p:cNvSpPr/>
              <p:nvPr/>
            </p:nvSpPr>
            <p:spPr>
              <a:xfrm>
                <a:off x="7960615" y="2079598"/>
                <a:ext cx="487853" cy="45719"/>
              </a:xfrm>
              <a:prstGeom prst="rect">
                <a:avLst/>
              </a:prstGeom>
              <a:solidFill>
                <a:schemeClr val="accent3">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64" name="正方形/長方形 63"/>
              <p:cNvSpPr/>
              <p:nvPr/>
            </p:nvSpPr>
            <p:spPr>
              <a:xfrm>
                <a:off x="7957294" y="2159555"/>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68" name="正方形/長方形 67"/>
              <p:cNvSpPr/>
              <p:nvPr/>
            </p:nvSpPr>
            <p:spPr>
              <a:xfrm>
                <a:off x="7957294" y="2235924"/>
                <a:ext cx="487853" cy="45719"/>
              </a:xfrm>
              <a:prstGeom prst="rect">
                <a:avLst/>
              </a:prstGeom>
              <a:solidFill>
                <a:schemeClr val="accent3">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69" name="正方形/長方形 68"/>
              <p:cNvSpPr/>
              <p:nvPr/>
            </p:nvSpPr>
            <p:spPr>
              <a:xfrm>
                <a:off x="7957294" y="2315881"/>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b="1"/>
              </a:p>
            </p:txBody>
          </p:sp>
          <p:sp>
            <p:nvSpPr>
              <p:cNvPr id="70" name="正方形/長方形 69"/>
              <p:cNvSpPr/>
              <p:nvPr/>
            </p:nvSpPr>
            <p:spPr>
              <a:xfrm>
                <a:off x="7957294" y="2392250"/>
                <a:ext cx="487853" cy="45719"/>
              </a:xfrm>
              <a:prstGeom prst="rect">
                <a:avLst/>
              </a:prstGeom>
              <a:solidFill>
                <a:schemeClr val="accent3">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b="1"/>
              </a:p>
            </p:txBody>
          </p:sp>
          <p:sp>
            <p:nvSpPr>
              <p:cNvPr id="71" name="正方形/長方形 70"/>
              <p:cNvSpPr/>
              <p:nvPr/>
            </p:nvSpPr>
            <p:spPr>
              <a:xfrm>
                <a:off x="7957293" y="2470651"/>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grpSp>
        <p:grpSp>
          <p:nvGrpSpPr>
            <p:cNvPr id="51" name="グループ化 50"/>
            <p:cNvGrpSpPr/>
            <p:nvPr/>
          </p:nvGrpSpPr>
          <p:grpSpPr>
            <a:xfrm>
              <a:off x="7894663" y="1897604"/>
              <a:ext cx="563462" cy="642520"/>
              <a:chOff x="7869798" y="1896921"/>
              <a:chExt cx="682482" cy="706180"/>
            </a:xfrm>
          </p:grpSpPr>
          <p:sp>
            <p:nvSpPr>
              <p:cNvPr id="53" name="正方形/長方形 52"/>
              <p:cNvSpPr/>
              <p:nvPr/>
            </p:nvSpPr>
            <p:spPr>
              <a:xfrm rot="39585">
                <a:off x="7869798" y="1896921"/>
                <a:ext cx="682482" cy="706180"/>
              </a:xfrm>
              <a:prstGeom prst="rect">
                <a:avLst/>
              </a:prstGeom>
              <a:solidFill>
                <a:schemeClr val="bg1"/>
              </a:solid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正方形/長方形 53"/>
              <p:cNvSpPr/>
              <p:nvPr/>
            </p:nvSpPr>
            <p:spPr>
              <a:xfrm>
                <a:off x="7960615" y="2003229"/>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55" name="正方形/長方形 54"/>
              <p:cNvSpPr/>
              <p:nvPr/>
            </p:nvSpPr>
            <p:spPr>
              <a:xfrm>
                <a:off x="7960615" y="2079598"/>
                <a:ext cx="487853" cy="45719"/>
              </a:xfrm>
              <a:prstGeom prst="rect">
                <a:avLst/>
              </a:prstGeom>
              <a:solidFill>
                <a:schemeClr val="accent3">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56" name="正方形/長方形 55"/>
              <p:cNvSpPr/>
              <p:nvPr/>
            </p:nvSpPr>
            <p:spPr>
              <a:xfrm>
                <a:off x="7957294" y="2159555"/>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57" name="正方形/長方形 56"/>
              <p:cNvSpPr/>
              <p:nvPr/>
            </p:nvSpPr>
            <p:spPr>
              <a:xfrm>
                <a:off x="7957294" y="2235924"/>
                <a:ext cx="487853" cy="45719"/>
              </a:xfrm>
              <a:prstGeom prst="rect">
                <a:avLst/>
              </a:prstGeom>
              <a:solidFill>
                <a:schemeClr val="accent3">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58" name="正方形/長方形 57"/>
              <p:cNvSpPr/>
              <p:nvPr/>
            </p:nvSpPr>
            <p:spPr>
              <a:xfrm>
                <a:off x="7957294" y="2315881"/>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b="1"/>
              </a:p>
            </p:txBody>
          </p:sp>
          <p:sp>
            <p:nvSpPr>
              <p:cNvPr id="59" name="正方形/長方形 58"/>
              <p:cNvSpPr/>
              <p:nvPr/>
            </p:nvSpPr>
            <p:spPr>
              <a:xfrm>
                <a:off x="7957294" y="2392250"/>
                <a:ext cx="487853" cy="45719"/>
              </a:xfrm>
              <a:prstGeom prst="rect">
                <a:avLst/>
              </a:prstGeom>
              <a:solidFill>
                <a:schemeClr val="accent3">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b="1"/>
              </a:p>
            </p:txBody>
          </p:sp>
          <p:sp>
            <p:nvSpPr>
              <p:cNvPr id="60" name="正方形/長方形 59"/>
              <p:cNvSpPr/>
              <p:nvPr/>
            </p:nvSpPr>
            <p:spPr>
              <a:xfrm>
                <a:off x="7957293" y="2470651"/>
                <a:ext cx="487853" cy="45719"/>
              </a:xfrm>
              <a:prstGeom prst="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grpSp>
      </p:grpSp>
      <p:sp>
        <p:nvSpPr>
          <p:cNvPr id="105" name="テキスト ボックス 104"/>
          <p:cNvSpPr txBox="1"/>
          <p:nvPr/>
        </p:nvSpPr>
        <p:spPr>
          <a:xfrm>
            <a:off x="985734" y="4874406"/>
            <a:ext cx="1897077" cy="369332"/>
          </a:xfrm>
          <a:prstGeom prst="rect">
            <a:avLst/>
          </a:prstGeom>
          <a:noFill/>
        </p:spPr>
        <p:txBody>
          <a:bodyPr wrap="square" rtlCol="0">
            <a:spAutoFit/>
          </a:bodyPr>
          <a:lstStyle/>
          <a:p>
            <a:pPr algn="ctr"/>
            <a:r>
              <a:rPr lang="en-US" altLang="ja-JP" b="1" dirty="0" smtClean="0">
                <a:solidFill>
                  <a:schemeClr val="tx1">
                    <a:lumMod val="65000"/>
                    <a:lumOff val="35000"/>
                  </a:schemeClr>
                </a:solidFill>
                <a:latin typeface="メイリオ" panose="020B0604030504040204" pitchFamily="50" charset="-128"/>
                <a:ea typeface="メイリオ" panose="020B0604030504040204" pitchFamily="50" charset="-128"/>
              </a:rPr>
              <a:t>CSV</a:t>
            </a:r>
            <a:r>
              <a:rPr lang="ja-JP" altLang="en-US" b="1" dirty="0" smtClean="0">
                <a:solidFill>
                  <a:schemeClr val="tx1">
                    <a:lumMod val="65000"/>
                    <a:lumOff val="35000"/>
                  </a:schemeClr>
                </a:solidFill>
                <a:latin typeface="メイリオ" panose="020B0604030504040204" pitchFamily="50" charset="-128"/>
                <a:ea typeface="メイリオ" panose="020B0604030504040204" pitchFamily="50" charset="-128"/>
              </a:rPr>
              <a:t>ファイル</a:t>
            </a:r>
            <a:endParaRPr kumimoji="1" lang="ja-JP" altLang="en-US"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71463597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3"/>
          <p:cNvSpPr txBox="1">
            <a:spLocks/>
          </p:cNvSpPr>
          <p:nvPr/>
        </p:nvSpPr>
        <p:spPr>
          <a:xfrm>
            <a:off x="742771" y="697218"/>
            <a:ext cx="11293475" cy="5302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2800" b="1" dirty="0" smtClean="0">
                <a:solidFill>
                  <a:schemeClr val="tx1">
                    <a:lumMod val="65000"/>
                    <a:lumOff val="35000"/>
                  </a:schemeClr>
                </a:solidFill>
                <a:latin typeface="メイリオ" panose="020B0604030504040204" pitchFamily="50" charset="-128"/>
                <a:ea typeface="メイリオ" panose="020B0604030504040204" pitchFamily="50" charset="-128"/>
              </a:rPr>
              <a:t>画面イメージ（一覧画面）</a:t>
            </a:r>
            <a:endParaRPr lang="en-US" altLang="ja-JP" sz="2800" b="1" dirty="0" smtClean="0">
              <a:solidFill>
                <a:schemeClr val="tx1">
                  <a:lumMod val="65000"/>
                  <a:lumOff val="35000"/>
                </a:schemeClr>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56672581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latin typeface="メイリオ" panose="020B0604030504040204" pitchFamily="50" charset="-128"/>
                <a:ea typeface="メイリオ" panose="020B0604030504040204" pitchFamily="50" charset="-128"/>
              </a:rPr>
              <a:t>お見積り</a:t>
            </a:r>
            <a:endParaRPr kumimoji="1" lang="ja-JP" altLang="en-US" dirty="0">
              <a:latin typeface="メイリオ" panose="020B0604030504040204" pitchFamily="50" charset="-128"/>
              <a:ea typeface="メイリオ" panose="020B0604030504040204" pitchFamily="50" charset="-128"/>
            </a:endParaRPr>
          </a:p>
        </p:txBody>
      </p:sp>
      <p:sp>
        <p:nvSpPr>
          <p:cNvPr id="3" name="テキスト プレースホルダー 2"/>
          <p:cNvSpPr>
            <a:spLocks noGrp="1"/>
          </p:cNvSpPr>
          <p:nvPr>
            <p:ph type="body" sz="quarter" idx="10"/>
          </p:nvPr>
        </p:nvSpPr>
        <p:spPr/>
        <p:txBody>
          <a:bodyPr>
            <a:normAutofit fontScale="85000" lnSpcReduction="10000"/>
          </a:bodyPr>
          <a:lstStyle/>
          <a:p>
            <a:r>
              <a:rPr kumimoji="1" lang="en-US" altLang="ja-JP" dirty="0" smtClean="0">
                <a:latin typeface="メイリオ" panose="020B0604030504040204" pitchFamily="50" charset="-128"/>
                <a:ea typeface="メイリオ" panose="020B0604030504040204" pitchFamily="50" charset="-128"/>
              </a:rPr>
              <a:t>03</a:t>
            </a:r>
            <a:endParaRPr kumimoji="1" lang="ja-JP" altLang="en-US"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72564474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3"/>
          <p:cNvSpPr txBox="1">
            <a:spLocks/>
          </p:cNvSpPr>
          <p:nvPr/>
        </p:nvSpPr>
        <p:spPr>
          <a:xfrm>
            <a:off x="742771" y="697218"/>
            <a:ext cx="11293475" cy="5302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2800" b="1" dirty="0" smtClean="0">
                <a:solidFill>
                  <a:schemeClr val="tx1">
                    <a:lumMod val="65000"/>
                    <a:lumOff val="35000"/>
                  </a:schemeClr>
                </a:solidFill>
                <a:latin typeface="メイリオ" panose="020B0604030504040204" pitchFamily="50" charset="-128"/>
                <a:ea typeface="メイリオ" panose="020B0604030504040204" pitchFamily="50" charset="-128"/>
              </a:rPr>
              <a:t>作業内容</a:t>
            </a:r>
            <a:endParaRPr lang="en-US" altLang="ja-JP" sz="2800" b="1" dirty="0" smtClean="0">
              <a:solidFill>
                <a:schemeClr val="tx1">
                  <a:lumMod val="65000"/>
                  <a:lumOff val="35000"/>
                </a:schemeClr>
              </a:solidFill>
              <a:latin typeface="メイリオ" panose="020B0604030504040204" pitchFamily="50" charset="-128"/>
              <a:ea typeface="メイリオ" panose="020B0604030504040204" pitchFamily="50" charset="-128"/>
            </a:endParaRPr>
          </a:p>
        </p:txBody>
      </p:sp>
      <p:graphicFrame>
        <p:nvGraphicFramePr>
          <p:cNvPr id="3" name="表 2"/>
          <p:cNvGraphicFramePr>
            <a:graphicFrameLocks noGrp="1"/>
          </p:cNvGraphicFramePr>
          <p:nvPr>
            <p:extLst>
              <p:ext uri="{D42A27DB-BD31-4B8C-83A1-F6EECF244321}">
                <p14:modId xmlns:p14="http://schemas.microsoft.com/office/powerpoint/2010/main" val="3078818978"/>
              </p:ext>
            </p:extLst>
          </p:nvPr>
        </p:nvGraphicFramePr>
        <p:xfrm>
          <a:off x="751915" y="1809912"/>
          <a:ext cx="10241906" cy="1483360"/>
        </p:xfrm>
        <a:graphic>
          <a:graphicData uri="http://schemas.openxmlformats.org/drawingml/2006/table">
            <a:tbl>
              <a:tblPr firstRow="1" bandRow="1">
                <a:tableStyleId>{93296810-A885-4BE3-A3E7-6D5BEEA58F35}</a:tableStyleId>
              </a:tblPr>
              <a:tblGrid>
                <a:gridCol w="579755">
                  <a:extLst>
                    <a:ext uri="{9D8B030D-6E8A-4147-A177-3AD203B41FA5}">
                      <a16:colId xmlns:a16="http://schemas.microsoft.com/office/drawing/2014/main" val="2667270446"/>
                    </a:ext>
                  </a:extLst>
                </a:gridCol>
                <a:gridCol w="2202838">
                  <a:extLst>
                    <a:ext uri="{9D8B030D-6E8A-4147-A177-3AD203B41FA5}">
                      <a16:colId xmlns:a16="http://schemas.microsoft.com/office/drawing/2014/main" val="769448363"/>
                    </a:ext>
                  </a:extLst>
                </a:gridCol>
                <a:gridCol w="7459313">
                  <a:extLst>
                    <a:ext uri="{9D8B030D-6E8A-4147-A177-3AD203B41FA5}">
                      <a16:colId xmlns:a16="http://schemas.microsoft.com/office/drawing/2014/main" val="2571388514"/>
                    </a:ext>
                  </a:extLst>
                </a:gridCol>
              </a:tblGrid>
              <a:tr h="370840">
                <a:tc>
                  <a:txBody>
                    <a:bodyPr/>
                    <a:lstStyle/>
                    <a:p>
                      <a:pPr algn="ctr"/>
                      <a:r>
                        <a:rPr kumimoji="1" lang="en-US" altLang="ja-JP" sz="1400" dirty="0" smtClean="0">
                          <a:latin typeface="メイリオ" panose="020B0604030504040204" pitchFamily="50" charset="-128"/>
                          <a:ea typeface="メイリオ" panose="020B0604030504040204" pitchFamily="50" charset="-128"/>
                        </a:rPr>
                        <a:t>NO</a:t>
                      </a:r>
                      <a:endParaRPr kumimoji="1" lang="ja-JP" altLang="en-US" sz="1400" dirty="0">
                        <a:latin typeface="メイリオ" panose="020B0604030504040204" pitchFamily="50" charset="-128"/>
                        <a:ea typeface="メイリオ" panose="020B0604030504040204" pitchFamily="50" charset="-128"/>
                      </a:endParaRPr>
                    </a:p>
                  </a:txBody>
                  <a:tcPr/>
                </a:tc>
                <a:tc>
                  <a:txBody>
                    <a:bodyPr/>
                    <a:lstStyle/>
                    <a:p>
                      <a:pPr algn="ctr"/>
                      <a:r>
                        <a:rPr kumimoji="1" lang="ja-JP" altLang="en-US" sz="1400" dirty="0" smtClean="0">
                          <a:latin typeface="メイリオ" panose="020B0604030504040204" pitchFamily="50" charset="-128"/>
                          <a:ea typeface="メイリオ" panose="020B0604030504040204" pitchFamily="50" charset="-128"/>
                        </a:rPr>
                        <a:t>項目</a:t>
                      </a:r>
                      <a:endParaRPr kumimoji="1" lang="ja-JP" altLang="en-US" sz="1400" dirty="0">
                        <a:latin typeface="メイリオ" panose="020B0604030504040204" pitchFamily="50" charset="-128"/>
                        <a:ea typeface="メイリオ" panose="020B0604030504040204" pitchFamily="50" charset="-128"/>
                      </a:endParaRPr>
                    </a:p>
                  </a:txBody>
                  <a:tcPr/>
                </a:tc>
                <a:tc>
                  <a:txBody>
                    <a:bodyPr/>
                    <a:lstStyle/>
                    <a:p>
                      <a:pPr algn="ctr"/>
                      <a:r>
                        <a:rPr kumimoji="1" lang="ja-JP" altLang="en-US" sz="1400" dirty="0" smtClean="0">
                          <a:latin typeface="メイリオ" panose="020B0604030504040204" pitchFamily="50" charset="-128"/>
                          <a:ea typeface="メイリオ" panose="020B0604030504040204" pitchFamily="50" charset="-128"/>
                        </a:rPr>
                        <a:t>内容</a:t>
                      </a:r>
                      <a:endParaRPr kumimoji="1" lang="ja-JP" altLang="en-US" sz="14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249979170"/>
                  </a:ext>
                </a:extLst>
              </a:tr>
              <a:tr h="370840">
                <a:tc>
                  <a:txBody>
                    <a:bodyPr/>
                    <a:lstStyle/>
                    <a:p>
                      <a:pPr algn="ctr"/>
                      <a:r>
                        <a:rPr kumimoji="1" lang="en-US" altLang="ja-JP" sz="1400" dirty="0" smtClean="0">
                          <a:latin typeface="メイリオ" panose="020B0604030504040204" pitchFamily="50" charset="-128"/>
                          <a:ea typeface="メイリオ" panose="020B0604030504040204" pitchFamily="50" charset="-128"/>
                        </a:rPr>
                        <a:t>1</a:t>
                      </a:r>
                      <a:endParaRPr kumimoji="1" lang="ja-JP" altLang="en-US" sz="1400" dirty="0">
                        <a:latin typeface="メイリオ" panose="020B0604030504040204" pitchFamily="50" charset="-128"/>
                        <a:ea typeface="メイリオ" panose="020B0604030504040204" pitchFamily="50" charset="-128"/>
                      </a:endParaRPr>
                    </a:p>
                  </a:txBody>
                  <a:tcPr/>
                </a:tc>
                <a:tc>
                  <a:txBody>
                    <a:bodyPr/>
                    <a:lstStyle/>
                    <a:p>
                      <a:r>
                        <a:rPr kumimoji="1" lang="ja-JP" altLang="en-US" sz="1400" dirty="0" smtClean="0">
                          <a:latin typeface="メイリオ" panose="020B0604030504040204" pitchFamily="50" charset="-128"/>
                          <a:ea typeface="メイリオ" panose="020B0604030504040204" pitchFamily="50" charset="-128"/>
                        </a:rPr>
                        <a:t>要件定義設計</a:t>
                      </a:r>
                    </a:p>
                  </a:txBody>
                  <a:tcPr/>
                </a:tc>
                <a:tc>
                  <a:txBody>
                    <a:bodyPr/>
                    <a:lstStyle/>
                    <a:p>
                      <a:endParaRPr kumimoji="1" lang="ja-JP" altLang="en-US" sz="14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2392147291"/>
                  </a:ext>
                </a:extLst>
              </a:tr>
              <a:tr h="370840">
                <a:tc>
                  <a:txBody>
                    <a:bodyPr/>
                    <a:lstStyle/>
                    <a:p>
                      <a:pPr algn="ctr"/>
                      <a:r>
                        <a:rPr kumimoji="1" lang="en-US" altLang="ja-JP" sz="1400" dirty="0" smtClean="0">
                          <a:latin typeface="メイリオ" panose="020B0604030504040204" pitchFamily="50" charset="-128"/>
                          <a:ea typeface="メイリオ" panose="020B0604030504040204" pitchFamily="50" charset="-128"/>
                        </a:rPr>
                        <a:t>2</a:t>
                      </a:r>
                      <a:endParaRPr kumimoji="1" lang="ja-JP" altLang="en-US" sz="1400" dirty="0">
                        <a:latin typeface="メイリオ" panose="020B0604030504040204" pitchFamily="50" charset="-128"/>
                        <a:ea typeface="メイリオ" panose="020B0604030504040204" pitchFamily="50" charset="-128"/>
                      </a:endParaRPr>
                    </a:p>
                  </a:txBody>
                  <a:tcPr/>
                </a:tc>
                <a:tc>
                  <a:txBody>
                    <a:bodyPr/>
                    <a:lstStyle/>
                    <a:p>
                      <a:r>
                        <a:rPr kumimoji="1" lang="ja-JP" altLang="en-US" sz="1400" dirty="0" smtClean="0">
                          <a:latin typeface="メイリオ" panose="020B0604030504040204" pitchFamily="50" charset="-128"/>
                          <a:ea typeface="メイリオ" panose="020B0604030504040204" pitchFamily="50" charset="-128"/>
                        </a:rPr>
                        <a:t>開発テスト</a:t>
                      </a:r>
                      <a:endParaRPr kumimoji="1" lang="ja-JP" altLang="en-US" sz="1400" dirty="0">
                        <a:latin typeface="メイリオ" panose="020B0604030504040204" pitchFamily="50" charset="-128"/>
                        <a:ea typeface="メイリオ"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smtClean="0">
                          <a:latin typeface="メイリオ" panose="020B0604030504040204" pitchFamily="50" charset="-128"/>
                          <a:ea typeface="メイリオ" panose="020B0604030504040204" pitchFamily="50" charset="-128"/>
                        </a:rPr>
                        <a:t>プリザンターの開発・テスト</a:t>
                      </a:r>
                    </a:p>
                  </a:txBody>
                  <a:tcPr/>
                </a:tc>
                <a:extLst>
                  <a:ext uri="{0D108BD9-81ED-4DB2-BD59-A6C34878D82A}">
                    <a16:rowId xmlns:a16="http://schemas.microsoft.com/office/drawing/2014/main" val="937223342"/>
                  </a:ext>
                </a:extLst>
              </a:tr>
              <a:tr h="370840">
                <a:tc>
                  <a:txBody>
                    <a:bodyPr/>
                    <a:lstStyle/>
                    <a:p>
                      <a:pPr algn="ctr"/>
                      <a:r>
                        <a:rPr kumimoji="1" lang="en-US" altLang="ja-JP" sz="1400" dirty="0" smtClean="0">
                          <a:latin typeface="メイリオ" panose="020B0604030504040204" pitchFamily="50" charset="-128"/>
                          <a:ea typeface="メイリオ" panose="020B0604030504040204" pitchFamily="50" charset="-128"/>
                        </a:rPr>
                        <a:t>3</a:t>
                      </a:r>
                      <a:endParaRPr kumimoji="1" lang="ja-JP" altLang="en-US" sz="1400" dirty="0">
                        <a:latin typeface="メイリオ" panose="020B0604030504040204" pitchFamily="50" charset="-128"/>
                        <a:ea typeface="メイリオ" panose="020B0604030504040204" pitchFamily="50" charset="-128"/>
                      </a:endParaRPr>
                    </a:p>
                  </a:txBody>
                  <a:tcPr/>
                </a:tc>
                <a:tc>
                  <a:txBody>
                    <a:bodyPr/>
                    <a:lstStyle/>
                    <a:p>
                      <a:r>
                        <a:rPr kumimoji="1" lang="ja-JP" altLang="en-US" sz="1400" dirty="0" smtClean="0">
                          <a:latin typeface="メイリオ" panose="020B0604030504040204" pitchFamily="50" charset="-128"/>
                          <a:ea typeface="メイリオ" panose="020B0604030504040204" pitchFamily="50" charset="-128"/>
                        </a:rPr>
                        <a:t>プロジェクト管理</a:t>
                      </a:r>
                      <a:endParaRPr kumimoji="1" lang="ja-JP" altLang="en-US" sz="1400" dirty="0">
                        <a:latin typeface="メイリオ" panose="020B0604030504040204" pitchFamily="50" charset="-128"/>
                        <a:ea typeface="メイリオ" panose="020B0604030504040204" pitchFamily="50" charset="-128"/>
                      </a:endParaRPr>
                    </a:p>
                  </a:txBody>
                  <a:tcPr/>
                </a:tc>
                <a:tc>
                  <a:txBody>
                    <a:bodyPr/>
                    <a:lstStyle/>
                    <a:p>
                      <a:endParaRPr kumimoji="1" lang="ja-JP" altLang="en-US" sz="14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3937385435"/>
                  </a:ext>
                </a:extLst>
              </a:tr>
            </a:tbl>
          </a:graphicData>
        </a:graphic>
      </p:graphicFrame>
      <p:sp>
        <p:nvSpPr>
          <p:cNvPr id="4" name="正方形/長方形 3"/>
          <p:cNvSpPr/>
          <p:nvPr/>
        </p:nvSpPr>
        <p:spPr>
          <a:xfrm>
            <a:off x="701869" y="1366379"/>
            <a:ext cx="10515780" cy="338554"/>
          </a:xfrm>
          <a:prstGeom prst="rect">
            <a:avLst/>
          </a:prstGeom>
        </p:spPr>
        <p:txBody>
          <a:bodyPr wrap="square">
            <a:spAutoFit/>
          </a:bodyPr>
          <a:lstStyle/>
          <a:p>
            <a:r>
              <a:rPr lang="ja-JP" altLang="en-US" sz="1600" dirty="0" smtClean="0">
                <a:latin typeface="メイリオ" panose="020B0604030504040204" pitchFamily="50" charset="-128"/>
                <a:ea typeface="メイリオ" panose="020B0604030504040204" pitchFamily="50" charset="-128"/>
              </a:rPr>
              <a:t>＜作業内容＞</a:t>
            </a:r>
            <a:endParaRPr lang="en-US" altLang="ja-JP" sz="1600" dirty="0" smtClean="0">
              <a:latin typeface="メイリオ" panose="020B0604030504040204" pitchFamily="50" charset="-128"/>
              <a:ea typeface="メイリオ" panose="020B0604030504040204" pitchFamily="50" charset="-128"/>
            </a:endParaRPr>
          </a:p>
        </p:txBody>
      </p:sp>
      <p:sp>
        <p:nvSpPr>
          <p:cNvPr id="5" name="正方形/長方形 4"/>
          <p:cNvSpPr/>
          <p:nvPr/>
        </p:nvSpPr>
        <p:spPr>
          <a:xfrm>
            <a:off x="701869" y="3920393"/>
            <a:ext cx="10515780" cy="830997"/>
          </a:xfrm>
          <a:prstGeom prst="rect">
            <a:avLst/>
          </a:prstGeom>
        </p:spPr>
        <p:txBody>
          <a:bodyPr wrap="square">
            <a:spAutoFit/>
          </a:bodyPr>
          <a:lstStyle/>
          <a:p>
            <a:r>
              <a:rPr lang="ja-JP" altLang="en-US" sz="1600" dirty="0" smtClean="0">
                <a:latin typeface="メイリオ" panose="020B0604030504040204" pitchFamily="50" charset="-128"/>
                <a:ea typeface="メイリオ" panose="020B0604030504040204" pitchFamily="50" charset="-128"/>
              </a:rPr>
              <a:t>＜納品物＞</a:t>
            </a:r>
            <a:endParaRPr lang="en-US" altLang="ja-JP" sz="1600" dirty="0" smtClean="0">
              <a:latin typeface="メイリオ" panose="020B0604030504040204" pitchFamily="50" charset="-128"/>
              <a:ea typeface="メイリオ" panose="020B0604030504040204" pitchFamily="50" charset="-128"/>
            </a:endParaRPr>
          </a:p>
          <a:p>
            <a:pPr marL="285750" indent="-285750">
              <a:buFont typeface="Arial" panose="020B0604020202020204" pitchFamily="34" charset="0"/>
              <a:buChar char="•"/>
            </a:pPr>
            <a:r>
              <a:rPr lang="ja-JP" altLang="en-US" sz="1600" dirty="0" smtClean="0">
                <a:latin typeface="メイリオ" panose="020B0604030504040204" pitchFamily="50" charset="-128"/>
                <a:ea typeface="メイリオ" panose="020B0604030504040204" pitchFamily="50" charset="-128"/>
              </a:rPr>
              <a:t>システム一式</a:t>
            </a:r>
            <a:endParaRPr lang="en-US" altLang="ja-JP" sz="1600" dirty="0" smtClean="0">
              <a:latin typeface="メイリオ" panose="020B0604030504040204" pitchFamily="50" charset="-128"/>
              <a:ea typeface="メイリオ" panose="020B0604030504040204" pitchFamily="50" charset="-128"/>
            </a:endParaRPr>
          </a:p>
          <a:p>
            <a:pPr marL="285750" indent="-285750">
              <a:buFont typeface="Arial" panose="020B0604020202020204" pitchFamily="34" charset="0"/>
              <a:buChar char="•"/>
            </a:pPr>
            <a:r>
              <a:rPr lang="ja-JP" altLang="en-US" sz="1600" dirty="0" smtClean="0">
                <a:latin typeface="メイリオ" panose="020B0604030504040204" pitchFamily="50" charset="-128"/>
                <a:ea typeface="メイリオ" panose="020B0604030504040204" pitchFamily="50" charset="-128"/>
              </a:rPr>
              <a:t>簡易</a:t>
            </a:r>
            <a:r>
              <a:rPr lang="ja-JP" altLang="en-US" sz="1600" dirty="0" smtClean="0">
                <a:latin typeface="メイリオ" panose="020B0604030504040204" pitchFamily="50" charset="-128"/>
                <a:ea typeface="メイリオ" panose="020B0604030504040204" pitchFamily="50" charset="-128"/>
              </a:rPr>
              <a:t>手順書</a:t>
            </a:r>
            <a:endParaRPr lang="en-US" altLang="ja-JP" sz="1600" dirty="0" smtClean="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70867902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3"/>
          <p:cNvSpPr txBox="1">
            <a:spLocks/>
          </p:cNvSpPr>
          <p:nvPr/>
        </p:nvSpPr>
        <p:spPr>
          <a:xfrm>
            <a:off x="742771" y="697218"/>
            <a:ext cx="11293475" cy="5302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2800" b="1" dirty="0" smtClean="0">
                <a:solidFill>
                  <a:schemeClr val="tx1">
                    <a:lumMod val="65000"/>
                    <a:lumOff val="35000"/>
                  </a:schemeClr>
                </a:solidFill>
                <a:latin typeface="メイリオ" panose="020B0604030504040204" pitchFamily="50" charset="-128"/>
                <a:ea typeface="メイリオ" panose="020B0604030504040204" pitchFamily="50" charset="-128"/>
              </a:rPr>
              <a:t>お見積り</a:t>
            </a:r>
            <a:endParaRPr lang="en-US" altLang="ja-JP" sz="2800" b="1" dirty="0" smtClean="0">
              <a:solidFill>
                <a:schemeClr val="tx1">
                  <a:lumMod val="65000"/>
                  <a:lumOff val="35000"/>
                </a:schemeClr>
              </a:solidFill>
              <a:latin typeface="メイリオ" panose="020B0604030504040204" pitchFamily="50" charset="-128"/>
              <a:ea typeface="メイリオ" panose="020B0604030504040204" pitchFamily="50" charset="-128"/>
            </a:endParaRPr>
          </a:p>
        </p:txBody>
      </p:sp>
      <p:graphicFrame>
        <p:nvGraphicFramePr>
          <p:cNvPr id="3" name="表 2"/>
          <p:cNvGraphicFramePr>
            <a:graphicFrameLocks noGrp="1"/>
          </p:cNvGraphicFramePr>
          <p:nvPr>
            <p:extLst>
              <p:ext uri="{D42A27DB-BD31-4B8C-83A1-F6EECF244321}">
                <p14:modId xmlns:p14="http://schemas.microsoft.com/office/powerpoint/2010/main" val="2883485976"/>
              </p:ext>
            </p:extLst>
          </p:nvPr>
        </p:nvGraphicFramePr>
        <p:xfrm>
          <a:off x="751915" y="1809912"/>
          <a:ext cx="10324511" cy="2595880"/>
        </p:xfrm>
        <a:graphic>
          <a:graphicData uri="http://schemas.openxmlformats.org/drawingml/2006/table">
            <a:tbl>
              <a:tblPr firstRow="1" bandRow="1">
                <a:tableStyleId>{93296810-A885-4BE3-A3E7-6D5BEEA58F35}</a:tableStyleId>
              </a:tblPr>
              <a:tblGrid>
                <a:gridCol w="579755">
                  <a:extLst>
                    <a:ext uri="{9D8B030D-6E8A-4147-A177-3AD203B41FA5}">
                      <a16:colId xmlns:a16="http://schemas.microsoft.com/office/drawing/2014/main" val="2667270446"/>
                    </a:ext>
                  </a:extLst>
                </a:gridCol>
                <a:gridCol w="2202838">
                  <a:extLst>
                    <a:ext uri="{9D8B030D-6E8A-4147-A177-3AD203B41FA5}">
                      <a16:colId xmlns:a16="http://schemas.microsoft.com/office/drawing/2014/main" val="769448363"/>
                    </a:ext>
                  </a:extLst>
                </a:gridCol>
                <a:gridCol w="5732584">
                  <a:extLst>
                    <a:ext uri="{9D8B030D-6E8A-4147-A177-3AD203B41FA5}">
                      <a16:colId xmlns:a16="http://schemas.microsoft.com/office/drawing/2014/main" val="2571388514"/>
                    </a:ext>
                  </a:extLst>
                </a:gridCol>
                <a:gridCol w="1809334">
                  <a:extLst>
                    <a:ext uri="{9D8B030D-6E8A-4147-A177-3AD203B41FA5}">
                      <a16:colId xmlns:a16="http://schemas.microsoft.com/office/drawing/2014/main" val="2583013845"/>
                    </a:ext>
                  </a:extLst>
                </a:gridCol>
              </a:tblGrid>
              <a:tr h="370840">
                <a:tc>
                  <a:txBody>
                    <a:bodyPr/>
                    <a:lstStyle/>
                    <a:p>
                      <a:pPr algn="ctr"/>
                      <a:r>
                        <a:rPr kumimoji="1" lang="en-US" altLang="ja-JP" sz="1400" dirty="0" smtClean="0">
                          <a:latin typeface="メイリオ" panose="020B0604030504040204" pitchFamily="50" charset="-128"/>
                          <a:ea typeface="メイリオ" panose="020B0604030504040204" pitchFamily="50" charset="-128"/>
                        </a:rPr>
                        <a:t>NO</a:t>
                      </a:r>
                      <a:endParaRPr kumimoji="1" lang="ja-JP" altLang="en-US" sz="1400" dirty="0">
                        <a:latin typeface="メイリオ" panose="020B0604030504040204" pitchFamily="50" charset="-128"/>
                        <a:ea typeface="メイリオ" panose="020B0604030504040204" pitchFamily="50" charset="-128"/>
                      </a:endParaRPr>
                    </a:p>
                  </a:txBody>
                  <a:tcPr/>
                </a:tc>
                <a:tc>
                  <a:txBody>
                    <a:bodyPr/>
                    <a:lstStyle/>
                    <a:p>
                      <a:pPr algn="ctr"/>
                      <a:r>
                        <a:rPr kumimoji="1" lang="ja-JP" altLang="en-US" sz="1400" dirty="0" smtClean="0">
                          <a:latin typeface="メイリオ" panose="020B0604030504040204" pitchFamily="50" charset="-128"/>
                          <a:ea typeface="メイリオ" panose="020B0604030504040204" pitchFamily="50" charset="-128"/>
                        </a:rPr>
                        <a:t>項目</a:t>
                      </a:r>
                      <a:endParaRPr kumimoji="1" lang="ja-JP" altLang="en-US" sz="1400" dirty="0">
                        <a:latin typeface="メイリオ" panose="020B0604030504040204" pitchFamily="50" charset="-128"/>
                        <a:ea typeface="メイリオ" panose="020B0604030504040204" pitchFamily="50" charset="-128"/>
                      </a:endParaRPr>
                    </a:p>
                  </a:txBody>
                  <a:tcPr/>
                </a:tc>
                <a:tc>
                  <a:txBody>
                    <a:bodyPr/>
                    <a:lstStyle/>
                    <a:p>
                      <a:pPr algn="ctr"/>
                      <a:r>
                        <a:rPr kumimoji="1" lang="ja-JP" altLang="en-US" sz="1400" dirty="0" smtClean="0">
                          <a:latin typeface="メイリオ" panose="020B0604030504040204" pitchFamily="50" charset="-128"/>
                          <a:ea typeface="メイリオ" panose="020B0604030504040204" pitchFamily="50" charset="-128"/>
                        </a:rPr>
                        <a:t>内容</a:t>
                      </a:r>
                      <a:endParaRPr kumimoji="1" lang="ja-JP" altLang="en-US" sz="1400" dirty="0">
                        <a:latin typeface="メイリオ" panose="020B0604030504040204" pitchFamily="50" charset="-128"/>
                        <a:ea typeface="メイリオ" panose="020B0604030504040204" pitchFamily="50" charset="-128"/>
                      </a:endParaRPr>
                    </a:p>
                  </a:txBody>
                  <a:tcPr/>
                </a:tc>
                <a:tc>
                  <a:txBody>
                    <a:bodyPr/>
                    <a:lstStyle/>
                    <a:p>
                      <a:pPr algn="ctr"/>
                      <a:r>
                        <a:rPr kumimoji="1" lang="ja-JP" altLang="en-US" sz="1400" dirty="0" smtClean="0">
                          <a:latin typeface="メイリオ" panose="020B0604030504040204" pitchFamily="50" charset="-128"/>
                          <a:ea typeface="メイリオ" panose="020B0604030504040204" pitchFamily="50" charset="-128"/>
                        </a:rPr>
                        <a:t>価格</a:t>
                      </a:r>
                      <a:endParaRPr kumimoji="1" lang="ja-JP" altLang="en-US" sz="14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249979170"/>
                  </a:ext>
                </a:extLst>
              </a:tr>
              <a:tr h="370840">
                <a:tc>
                  <a:txBody>
                    <a:bodyPr/>
                    <a:lstStyle/>
                    <a:p>
                      <a:pPr algn="ctr"/>
                      <a:r>
                        <a:rPr kumimoji="1" lang="en-US" altLang="ja-JP" sz="1400" dirty="0" smtClean="0">
                          <a:latin typeface="メイリオ" panose="020B0604030504040204" pitchFamily="50" charset="-128"/>
                          <a:ea typeface="メイリオ" panose="020B0604030504040204" pitchFamily="50" charset="-128"/>
                        </a:rPr>
                        <a:t>1</a:t>
                      </a:r>
                      <a:endParaRPr kumimoji="1" lang="ja-JP" altLang="en-US" sz="1400" dirty="0">
                        <a:latin typeface="メイリオ" panose="020B0604030504040204" pitchFamily="50" charset="-128"/>
                        <a:ea typeface="メイリオ" panose="020B0604030504040204" pitchFamily="50" charset="-128"/>
                      </a:endParaRPr>
                    </a:p>
                  </a:txBody>
                  <a:tcPr/>
                </a:tc>
                <a:tc>
                  <a:txBody>
                    <a:bodyPr/>
                    <a:lstStyle/>
                    <a:p>
                      <a:r>
                        <a:rPr kumimoji="1" lang="ja-JP" altLang="en-US" sz="1400" dirty="0" smtClean="0">
                          <a:latin typeface="メイリオ" panose="020B0604030504040204" pitchFamily="50" charset="-128"/>
                          <a:ea typeface="メイリオ" panose="020B0604030504040204" pitchFamily="50" charset="-128"/>
                        </a:rPr>
                        <a:t>開発</a:t>
                      </a:r>
                      <a:endParaRPr kumimoji="1" lang="en-US" altLang="ja-JP" sz="1400" dirty="0" smtClean="0">
                        <a:latin typeface="メイリオ" panose="020B0604030504040204" pitchFamily="50" charset="-128"/>
                        <a:ea typeface="メイリオ" panose="020B0604030504040204" pitchFamily="50" charset="-128"/>
                      </a:endParaRPr>
                    </a:p>
                  </a:txBody>
                  <a:tcPr/>
                </a:tc>
                <a:tc>
                  <a:txBody>
                    <a:bodyPr/>
                    <a:lstStyle/>
                    <a:p>
                      <a:r>
                        <a:rPr kumimoji="1" lang="en-US" altLang="ja-JP" sz="1400" dirty="0" smtClean="0">
                          <a:latin typeface="メイリオ" panose="020B0604030504040204" pitchFamily="50" charset="-128"/>
                          <a:ea typeface="メイリオ" panose="020B0604030504040204" pitchFamily="50" charset="-128"/>
                        </a:rPr>
                        <a:t>AWS</a:t>
                      </a:r>
                      <a:r>
                        <a:rPr kumimoji="1" lang="ja-JP" altLang="en-US" sz="1400" dirty="0" smtClean="0">
                          <a:latin typeface="メイリオ" panose="020B0604030504040204" pitchFamily="50" charset="-128"/>
                          <a:ea typeface="メイリオ" panose="020B0604030504040204" pitchFamily="50" charset="-128"/>
                        </a:rPr>
                        <a:t>環境の設定変更、</a:t>
                      </a:r>
                      <a:r>
                        <a:rPr kumimoji="1" lang="en-US" altLang="ja-JP" sz="1400" dirty="0" smtClean="0">
                          <a:latin typeface="メイリオ" panose="020B0604030504040204" pitchFamily="50" charset="-128"/>
                          <a:ea typeface="メイリオ" panose="020B0604030504040204" pitchFamily="50" charset="-128"/>
                        </a:rPr>
                        <a:t>Pleasanter</a:t>
                      </a:r>
                      <a:r>
                        <a:rPr kumimoji="1" lang="ja-JP" altLang="en-US" sz="1400" dirty="0" smtClean="0">
                          <a:latin typeface="メイリオ" panose="020B0604030504040204" pitchFamily="50" charset="-128"/>
                          <a:ea typeface="メイリオ" panose="020B0604030504040204" pitchFamily="50" charset="-128"/>
                        </a:rPr>
                        <a:t>の構築</a:t>
                      </a:r>
                      <a:endParaRPr kumimoji="1" lang="ja-JP" altLang="en-US" sz="1400" dirty="0">
                        <a:latin typeface="メイリオ" panose="020B0604030504040204" pitchFamily="50" charset="-128"/>
                        <a:ea typeface="メイリオ" panose="020B0604030504040204" pitchFamily="50" charset="-128"/>
                      </a:endParaRPr>
                    </a:p>
                  </a:txBody>
                  <a:tcPr/>
                </a:tc>
                <a:tc>
                  <a:txBody>
                    <a:bodyPr/>
                    <a:lstStyle/>
                    <a:p>
                      <a:pPr algn="r"/>
                      <a:r>
                        <a:rPr kumimoji="1" lang="en-US" altLang="ja-JP" sz="1400" dirty="0" smtClean="0">
                          <a:latin typeface="メイリオ" panose="020B0604030504040204" pitchFamily="50" charset="-128"/>
                          <a:ea typeface="メイリオ" panose="020B0604030504040204" pitchFamily="50" charset="-128"/>
                        </a:rPr>
                        <a:t>\</a:t>
                      </a:r>
                      <a:r>
                        <a:rPr kumimoji="1" lang="ja-JP" altLang="en-US" sz="1400" dirty="0" smtClean="0">
                          <a:latin typeface="メイリオ" panose="020B0604030504040204" pitchFamily="50" charset="-128"/>
                          <a:ea typeface="メイリオ" panose="020B0604030504040204" pitchFamily="50" charset="-128"/>
                        </a:rPr>
                        <a:t>０</a:t>
                      </a:r>
                      <a:r>
                        <a:rPr kumimoji="1" lang="en-US" altLang="ja-JP" sz="1400" dirty="0" smtClean="0">
                          <a:latin typeface="メイリオ" panose="020B0604030504040204" pitchFamily="50" charset="-128"/>
                          <a:ea typeface="メイリオ" panose="020B0604030504040204" pitchFamily="50" charset="-128"/>
                        </a:rPr>
                        <a:t>0,000</a:t>
                      </a:r>
                      <a:endParaRPr kumimoji="1" lang="ja-JP" altLang="en-US" sz="14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2392147291"/>
                  </a:ext>
                </a:extLst>
              </a:tr>
              <a:tr h="370840">
                <a:tc>
                  <a:txBody>
                    <a:bodyPr/>
                    <a:lstStyle/>
                    <a:p>
                      <a:pPr algn="ctr"/>
                      <a:r>
                        <a:rPr kumimoji="1" lang="en-US" altLang="ja-JP" sz="1400" dirty="0" smtClean="0">
                          <a:latin typeface="メイリオ" panose="020B0604030504040204" pitchFamily="50" charset="-128"/>
                          <a:ea typeface="メイリオ" panose="020B0604030504040204" pitchFamily="50" charset="-128"/>
                        </a:rPr>
                        <a:t>2</a:t>
                      </a:r>
                      <a:endParaRPr kumimoji="1" lang="ja-JP" altLang="en-US" sz="1400" dirty="0">
                        <a:latin typeface="メイリオ" panose="020B0604030504040204" pitchFamily="50" charset="-128"/>
                        <a:ea typeface="メイリオ" panose="020B0604030504040204" pitchFamily="50" charset="-128"/>
                      </a:endParaRPr>
                    </a:p>
                  </a:txBody>
                  <a:tcPr/>
                </a:tc>
                <a:tc>
                  <a:txBody>
                    <a:bodyPr/>
                    <a:lstStyle/>
                    <a:p>
                      <a:pPr marL="0" algn="l" defTabSz="914400" rtl="0" eaLnBrk="1" latinLnBrk="0" hangingPunct="1"/>
                      <a:r>
                        <a:rPr kumimoji="1" lang="ja-JP" altLang="en-US" sz="1400" kern="1200" dirty="0" smtClean="0">
                          <a:solidFill>
                            <a:schemeClr val="dk1"/>
                          </a:solidFill>
                          <a:latin typeface="メイリオ" panose="020B0604030504040204" pitchFamily="50" charset="-128"/>
                          <a:ea typeface="メイリオ" panose="020B0604030504040204" pitchFamily="50" charset="-128"/>
                          <a:cs typeface="+mn-cs"/>
                        </a:rPr>
                        <a:t>保守</a:t>
                      </a:r>
                      <a:endParaRPr kumimoji="1" lang="ja-JP" altLang="en-US" sz="1400" kern="1200" dirty="0">
                        <a:solidFill>
                          <a:schemeClr val="dk1"/>
                        </a:solidFill>
                        <a:latin typeface="メイリオ" panose="020B0604030504040204" pitchFamily="50" charset="-128"/>
                        <a:ea typeface="メイリオ" panose="020B0604030504040204" pitchFamily="50" charset="-128"/>
                        <a:cs typeface="+mn-cs"/>
                      </a:endParaRPr>
                    </a:p>
                  </a:txBody>
                  <a:tcPr/>
                </a:tc>
                <a:tc>
                  <a:txBody>
                    <a:bodyPr/>
                    <a:lstStyle/>
                    <a:p>
                      <a:r>
                        <a:rPr kumimoji="1" lang="ja-JP" altLang="en-US" sz="1400" kern="1200" dirty="0" smtClean="0">
                          <a:solidFill>
                            <a:schemeClr val="dk1"/>
                          </a:solidFill>
                          <a:latin typeface="メイリオ" panose="020B0604030504040204" pitchFamily="50" charset="-128"/>
                          <a:ea typeface="メイリオ" panose="020B0604030504040204" pitchFamily="50" charset="-128"/>
                          <a:cs typeface="+mn-cs"/>
                        </a:rPr>
                        <a:t>リリース後の保守対応</a:t>
                      </a:r>
                      <a:endParaRPr kumimoji="1" lang="ja-JP" altLang="en-US" sz="1400" kern="1200" dirty="0">
                        <a:solidFill>
                          <a:schemeClr val="dk1"/>
                        </a:solidFill>
                        <a:latin typeface="メイリオ" panose="020B0604030504040204" pitchFamily="50" charset="-128"/>
                        <a:ea typeface="メイリオ" panose="020B0604030504040204" pitchFamily="50" charset="-128"/>
                        <a:cs typeface="+mn-cs"/>
                      </a:endParaRPr>
                    </a:p>
                  </a:txBody>
                  <a:tcPr/>
                </a:tc>
                <a:tc>
                  <a:txBody>
                    <a:bodyPr/>
                    <a:lstStyle/>
                    <a:p>
                      <a:pPr algn="r"/>
                      <a:r>
                        <a:rPr kumimoji="1" lang="en-US" altLang="ja-JP" sz="1400" dirty="0" smtClean="0">
                          <a:latin typeface="メイリオ" panose="020B0604030504040204" pitchFamily="50" charset="-128"/>
                          <a:ea typeface="メイリオ" panose="020B0604030504040204" pitchFamily="50" charset="-128"/>
                        </a:rPr>
                        <a:t>\600,000</a:t>
                      </a:r>
                      <a:endParaRPr kumimoji="1" lang="ja-JP" altLang="en-US" sz="14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937223342"/>
                  </a:ext>
                </a:extLst>
              </a:tr>
              <a:tr h="370840">
                <a:tc>
                  <a:txBody>
                    <a:bodyPr/>
                    <a:lstStyle/>
                    <a:p>
                      <a:pPr algn="ctr"/>
                      <a:r>
                        <a:rPr kumimoji="1" lang="en-US" altLang="ja-JP" sz="1400" dirty="0" smtClean="0">
                          <a:latin typeface="メイリオ" panose="020B0604030504040204" pitchFamily="50" charset="-128"/>
                          <a:ea typeface="メイリオ" panose="020B0604030504040204" pitchFamily="50" charset="-128"/>
                        </a:rPr>
                        <a:t>3</a:t>
                      </a:r>
                      <a:endParaRPr kumimoji="1" lang="ja-JP" altLang="en-US" sz="1400" dirty="0">
                        <a:latin typeface="メイリオ" panose="020B0604030504040204" pitchFamily="50" charset="-128"/>
                        <a:ea typeface="メイリオ" panose="020B0604030504040204" pitchFamily="50" charset="-128"/>
                      </a:endParaRPr>
                    </a:p>
                  </a:txBody>
                  <a:tcPr/>
                </a:tc>
                <a:tc>
                  <a:txBody>
                    <a:bodyPr/>
                    <a:lstStyle/>
                    <a:p>
                      <a:r>
                        <a:rPr kumimoji="1" lang="ja-JP" altLang="en-US" sz="1400" dirty="0" smtClean="0">
                          <a:latin typeface="メイリオ" panose="020B0604030504040204" pitchFamily="50" charset="-128"/>
                          <a:ea typeface="メイリオ" panose="020B0604030504040204" pitchFamily="50" charset="-128"/>
                        </a:rPr>
                        <a:t>ライセンス費用</a:t>
                      </a:r>
                      <a:endParaRPr kumimoji="1" lang="ja-JP" altLang="en-US" sz="1400" dirty="0">
                        <a:latin typeface="メイリオ" panose="020B0604030504040204" pitchFamily="50" charset="-128"/>
                        <a:ea typeface="メイリオ" panose="020B0604030504040204" pitchFamily="50" charset="-128"/>
                      </a:endParaRPr>
                    </a:p>
                  </a:txBody>
                  <a:tcPr/>
                </a:tc>
                <a:tc>
                  <a:txBody>
                    <a:bodyPr/>
                    <a:lstStyle/>
                    <a:p>
                      <a:r>
                        <a:rPr kumimoji="1" lang="en-US" altLang="ja-JP" sz="1400" dirty="0" smtClean="0">
                          <a:latin typeface="メイリオ" panose="020B0604030504040204" pitchFamily="50" charset="-128"/>
                          <a:ea typeface="メイリオ" panose="020B0604030504040204" pitchFamily="50" charset="-128"/>
                        </a:rPr>
                        <a:t>Pleasanter</a:t>
                      </a:r>
                      <a:r>
                        <a:rPr kumimoji="1" lang="ja-JP" altLang="en-US" sz="1400" dirty="0" smtClean="0">
                          <a:latin typeface="メイリオ" panose="020B0604030504040204" pitchFamily="50" charset="-128"/>
                          <a:ea typeface="メイリオ" panose="020B0604030504040204" pitchFamily="50" charset="-128"/>
                        </a:rPr>
                        <a:t>（年間）</a:t>
                      </a:r>
                      <a:endParaRPr kumimoji="1" lang="ja-JP" altLang="en-US" sz="1400" dirty="0">
                        <a:latin typeface="メイリオ" panose="020B0604030504040204" pitchFamily="50" charset="-128"/>
                        <a:ea typeface="メイリオ" panose="020B0604030504040204" pitchFamily="50" charset="-128"/>
                      </a:endParaRPr>
                    </a:p>
                  </a:txBody>
                  <a:tcPr/>
                </a:tc>
                <a:tc>
                  <a:txBody>
                    <a:bodyPr/>
                    <a:lstStyle/>
                    <a:p>
                      <a:pPr algn="r"/>
                      <a:r>
                        <a:rPr kumimoji="1" lang="en-US" altLang="ja-JP" sz="1400" dirty="0" smtClean="0">
                          <a:latin typeface="メイリオ" panose="020B0604030504040204" pitchFamily="50" charset="-128"/>
                          <a:ea typeface="メイリオ" panose="020B0604030504040204" pitchFamily="50" charset="-128"/>
                        </a:rPr>
                        <a:t>\180,000</a:t>
                      </a:r>
                      <a:endParaRPr kumimoji="1" lang="ja-JP" altLang="en-US" sz="14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3937385435"/>
                  </a:ext>
                </a:extLst>
              </a:tr>
              <a:tr h="370840">
                <a:tc gridSpan="3">
                  <a:txBody>
                    <a:bodyPr/>
                    <a:lstStyle/>
                    <a:p>
                      <a:pPr algn="ctr"/>
                      <a:r>
                        <a:rPr kumimoji="1" lang="ja-JP" altLang="en-US" sz="1400" dirty="0" smtClean="0">
                          <a:latin typeface="メイリオ" panose="020B0604030504040204" pitchFamily="50" charset="-128"/>
                          <a:ea typeface="メイリオ" panose="020B0604030504040204" pitchFamily="50" charset="-128"/>
                        </a:rPr>
                        <a:t>小計</a:t>
                      </a:r>
                      <a:endParaRPr kumimoji="1" lang="ja-JP" altLang="en-US" sz="1400" dirty="0">
                        <a:latin typeface="メイリオ" panose="020B0604030504040204" pitchFamily="50" charset="-128"/>
                        <a:ea typeface="メイリオ" panose="020B0604030504040204" pitchFamily="50" charset="-128"/>
                      </a:endParaRPr>
                    </a:p>
                  </a:txBody>
                  <a:tcPr/>
                </a:tc>
                <a:tc hMerge="1">
                  <a:txBody>
                    <a:bodyPr/>
                    <a:lstStyle/>
                    <a:p>
                      <a:endParaRPr kumimoji="1" lang="ja-JP" altLang="en-US" sz="1400" dirty="0">
                        <a:latin typeface="メイリオ" panose="020B0604030504040204" pitchFamily="50" charset="-128"/>
                        <a:ea typeface="メイリオ" panose="020B0604030504040204" pitchFamily="50" charset="-128"/>
                      </a:endParaRPr>
                    </a:p>
                  </a:txBody>
                  <a:tcPr/>
                </a:tc>
                <a:tc hMerge="1">
                  <a:txBody>
                    <a:bodyPr/>
                    <a:lstStyle/>
                    <a:p>
                      <a:endParaRPr kumimoji="1" lang="ja-JP" altLang="en-US" sz="1400" dirty="0">
                        <a:latin typeface="メイリオ" panose="020B0604030504040204" pitchFamily="50" charset="-128"/>
                        <a:ea typeface="メイリオ" panose="020B0604030504040204" pitchFamily="50" charset="-128"/>
                      </a:endParaRPr>
                    </a:p>
                  </a:txBody>
                  <a:tcPr/>
                </a:tc>
                <a:tc>
                  <a:txBody>
                    <a:bodyPr/>
                    <a:lstStyle/>
                    <a:p>
                      <a:pPr algn="r"/>
                      <a:r>
                        <a:rPr kumimoji="1" lang="en-US" altLang="ja-JP" sz="1400" dirty="0" smtClean="0">
                          <a:latin typeface="メイリオ" panose="020B0604030504040204" pitchFamily="50" charset="-128"/>
                          <a:ea typeface="メイリオ" panose="020B0604030504040204" pitchFamily="50" charset="-128"/>
                        </a:rPr>
                        <a:t>¥900,000</a:t>
                      </a:r>
                      <a:endParaRPr kumimoji="1" lang="ja-JP" altLang="en-US" sz="14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2419484752"/>
                  </a:ext>
                </a:extLst>
              </a:tr>
              <a:tr h="370840">
                <a:tc gridSpan="3">
                  <a:txBody>
                    <a:bodyPr/>
                    <a:lstStyle/>
                    <a:p>
                      <a:pPr algn="ctr"/>
                      <a:r>
                        <a:rPr kumimoji="1" lang="ja-JP" altLang="en-US" sz="1400" dirty="0" smtClean="0">
                          <a:latin typeface="メイリオ" panose="020B0604030504040204" pitchFamily="50" charset="-128"/>
                          <a:ea typeface="メイリオ" panose="020B0604030504040204" pitchFamily="50" charset="-128"/>
                        </a:rPr>
                        <a:t>消費税（</a:t>
                      </a:r>
                      <a:r>
                        <a:rPr kumimoji="1" lang="en-US" altLang="ja-JP" sz="1400" dirty="0" smtClean="0">
                          <a:latin typeface="メイリオ" panose="020B0604030504040204" pitchFamily="50" charset="-128"/>
                          <a:ea typeface="メイリオ" panose="020B0604030504040204" pitchFamily="50" charset="-128"/>
                        </a:rPr>
                        <a:t>10%</a:t>
                      </a:r>
                      <a:r>
                        <a:rPr kumimoji="1" lang="ja-JP" altLang="en-US" sz="1400" dirty="0" smtClean="0">
                          <a:latin typeface="メイリオ" panose="020B0604030504040204" pitchFamily="50" charset="-128"/>
                          <a:ea typeface="メイリオ" panose="020B0604030504040204" pitchFamily="50" charset="-128"/>
                        </a:rPr>
                        <a:t>）</a:t>
                      </a:r>
                      <a:endParaRPr kumimoji="1" lang="ja-JP" altLang="en-US" sz="1400" dirty="0">
                        <a:latin typeface="メイリオ" panose="020B0604030504040204" pitchFamily="50" charset="-128"/>
                        <a:ea typeface="メイリオ" panose="020B0604030504040204" pitchFamily="50" charset="-128"/>
                      </a:endParaRPr>
                    </a:p>
                  </a:txBody>
                  <a:tcPr/>
                </a:tc>
                <a:tc hMerge="1">
                  <a:txBody>
                    <a:bodyPr/>
                    <a:lstStyle/>
                    <a:p>
                      <a:endParaRPr kumimoji="1" lang="ja-JP" altLang="en-US" sz="1400" dirty="0">
                        <a:latin typeface="メイリオ" panose="020B0604030504040204" pitchFamily="50" charset="-128"/>
                        <a:ea typeface="メイリオ" panose="020B0604030504040204" pitchFamily="50" charset="-128"/>
                      </a:endParaRPr>
                    </a:p>
                  </a:txBody>
                  <a:tcPr/>
                </a:tc>
                <a:tc hMerge="1">
                  <a:txBody>
                    <a:bodyPr/>
                    <a:lstStyle/>
                    <a:p>
                      <a:endParaRPr kumimoji="1" lang="ja-JP" altLang="en-US" sz="1400" dirty="0">
                        <a:latin typeface="メイリオ" panose="020B0604030504040204" pitchFamily="50" charset="-128"/>
                        <a:ea typeface="メイリオ" panose="020B0604030504040204" pitchFamily="50" charset="-128"/>
                      </a:endParaRPr>
                    </a:p>
                  </a:txBody>
                  <a:tcPr/>
                </a:tc>
                <a:tc>
                  <a:txBody>
                    <a:bodyPr/>
                    <a:lstStyle/>
                    <a:p>
                      <a:pPr algn="r"/>
                      <a:r>
                        <a:rPr kumimoji="1" lang="en-US" altLang="ja-JP" sz="1400" dirty="0" smtClean="0">
                          <a:latin typeface="メイリオ" panose="020B0604030504040204" pitchFamily="50" charset="-128"/>
                          <a:ea typeface="メイリオ" panose="020B0604030504040204" pitchFamily="50" charset="-128"/>
                        </a:rPr>
                        <a:t>\90,000</a:t>
                      </a:r>
                      <a:endParaRPr kumimoji="1" lang="ja-JP" altLang="en-US" sz="14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3735130184"/>
                  </a:ext>
                </a:extLst>
              </a:tr>
              <a:tr h="370840">
                <a:tc gridSpan="3">
                  <a:txBody>
                    <a:bodyPr/>
                    <a:lstStyle/>
                    <a:p>
                      <a:pPr algn="ctr"/>
                      <a:r>
                        <a:rPr kumimoji="1" lang="ja-JP" altLang="en-US" sz="1400" dirty="0" smtClean="0">
                          <a:latin typeface="メイリオ" panose="020B0604030504040204" pitchFamily="50" charset="-128"/>
                          <a:ea typeface="メイリオ" panose="020B0604030504040204" pitchFamily="50" charset="-128"/>
                        </a:rPr>
                        <a:t>合計</a:t>
                      </a:r>
                      <a:endParaRPr kumimoji="1" lang="ja-JP" altLang="en-US" sz="1400" dirty="0">
                        <a:latin typeface="メイリオ" panose="020B0604030504040204" pitchFamily="50" charset="-128"/>
                        <a:ea typeface="メイリオ" panose="020B0604030504040204" pitchFamily="50" charset="-128"/>
                      </a:endParaRPr>
                    </a:p>
                  </a:txBody>
                  <a:tcPr/>
                </a:tc>
                <a:tc hMerge="1">
                  <a:txBody>
                    <a:bodyPr/>
                    <a:lstStyle/>
                    <a:p>
                      <a:endParaRPr kumimoji="1" lang="ja-JP" altLang="en-US" sz="1400" dirty="0">
                        <a:latin typeface="メイリオ" panose="020B0604030504040204" pitchFamily="50" charset="-128"/>
                        <a:ea typeface="メイリオ" panose="020B0604030504040204" pitchFamily="50" charset="-128"/>
                      </a:endParaRPr>
                    </a:p>
                  </a:txBody>
                  <a:tcPr/>
                </a:tc>
                <a:tc hMerge="1">
                  <a:txBody>
                    <a:bodyPr/>
                    <a:lstStyle/>
                    <a:p>
                      <a:endParaRPr kumimoji="1" lang="ja-JP" altLang="en-US" sz="1400" dirty="0">
                        <a:latin typeface="メイリオ" panose="020B0604030504040204" pitchFamily="50" charset="-128"/>
                        <a:ea typeface="メイリオ" panose="020B0604030504040204" pitchFamily="50" charset="-128"/>
                      </a:endParaRP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400" dirty="0" smtClean="0">
                          <a:latin typeface="メイリオ" panose="020B0604030504040204" pitchFamily="50" charset="-128"/>
                          <a:ea typeface="メイリオ" panose="020B0604030504040204" pitchFamily="50" charset="-128"/>
                        </a:rPr>
                        <a:t>\990,000</a:t>
                      </a:r>
                      <a:endParaRPr kumimoji="1" lang="ja-JP" altLang="en-US" sz="1400" dirty="0" smtClean="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2439426514"/>
                  </a:ext>
                </a:extLst>
              </a:tr>
            </a:tbl>
          </a:graphicData>
        </a:graphic>
      </p:graphicFrame>
      <p:sp>
        <p:nvSpPr>
          <p:cNvPr id="5" name="正方形/長方形 4"/>
          <p:cNvSpPr/>
          <p:nvPr/>
        </p:nvSpPr>
        <p:spPr>
          <a:xfrm>
            <a:off x="701869" y="1366379"/>
            <a:ext cx="10515780" cy="338554"/>
          </a:xfrm>
          <a:prstGeom prst="rect">
            <a:avLst/>
          </a:prstGeom>
        </p:spPr>
        <p:txBody>
          <a:bodyPr wrap="square">
            <a:spAutoFit/>
          </a:bodyPr>
          <a:lstStyle/>
          <a:p>
            <a:r>
              <a:rPr lang="ja-JP" altLang="en-US" sz="1600" dirty="0" smtClean="0">
                <a:latin typeface="メイリオ" panose="020B0604030504040204" pitchFamily="50" charset="-128"/>
                <a:ea typeface="メイリオ" panose="020B0604030504040204" pitchFamily="50" charset="-128"/>
              </a:rPr>
              <a:t>＜概算見積もり＞</a:t>
            </a:r>
            <a:endParaRPr lang="en-US" altLang="ja-JP" sz="1600" dirty="0" smtClean="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18740040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701869" y="1366379"/>
            <a:ext cx="10515780" cy="5115246"/>
          </a:xfrm>
          <a:prstGeom prst="rect">
            <a:avLst/>
          </a:prstGeom>
        </p:spPr>
        <p:txBody>
          <a:bodyPr wrap="square">
            <a:spAutoFit/>
          </a:bodyPr>
          <a:lstStyle/>
          <a:p>
            <a:pPr>
              <a:lnSpc>
                <a:spcPct val="120000"/>
              </a:lnSpc>
            </a:pPr>
            <a:r>
              <a:rPr lang="ja-JP" altLang="en-US" sz="1600" dirty="0" smtClean="0">
                <a:latin typeface="メイリオ" panose="020B0604030504040204" pitchFamily="50" charset="-128"/>
                <a:ea typeface="メイリオ" panose="020B0604030504040204" pitchFamily="50" charset="-128"/>
              </a:rPr>
              <a:t>＜お見積り条件＞</a:t>
            </a:r>
            <a:endParaRPr lang="en-US" altLang="ja-JP" sz="1600" dirty="0" smtClean="0">
              <a:latin typeface="メイリオ" panose="020B0604030504040204" pitchFamily="50" charset="-128"/>
              <a:ea typeface="メイリオ" panose="020B0604030504040204" pitchFamily="50" charset="-128"/>
            </a:endParaRPr>
          </a:p>
          <a:p>
            <a:pPr marL="285750" indent="-285750">
              <a:lnSpc>
                <a:spcPct val="120000"/>
              </a:lnSpc>
              <a:buFont typeface="Arial" panose="020B0604020202020204" pitchFamily="34" charset="0"/>
              <a:buChar char="•"/>
            </a:pPr>
            <a:r>
              <a:rPr lang="ja-JP" altLang="en-US" sz="1600" dirty="0" smtClean="0">
                <a:latin typeface="メイリオ" panose="020B0604030504040204" pitchFamily="50" charset="-128"/>
                <a:ea typeface="メイリオ" panose="020B0604030504040204" pitchFamily="50" charset="-128"/>
              </a:rPr>
              <a:t>本お見積り</a:t>
            </a:r>
            <a:r>
              <a:rPr lang="ja-JP" altLang="en-US" sz="1600" dirty="0">
                <a:latin typeface="メイリオ" panose="020B0604030504040204" pitchFamily="50" charset="-128"/>
                <a:ea typeface="メイリオ" panose="020B0604030504040204" pitchFamily="50" charset="-128"/>
              </a:rPr>
              <a:t>は、本提案書に</a:t>
            </a:r>
            <a:r>
              <a:rPr lang="ja-JP" altLang="en-US" sz="1600" dirty="0" smtClean="0">
                <a:latin typeface="メイリオ" panose="020B0604030504040204" pitchFamily="50" charset="-128"/>
                <a:ea typeface="メイリオ" panose="020B0604030504040204" pitchFamily="50" charset="-128"/>
              </a:rPr>
              <a:t>基づく開発のお見積りとなります。</a:t>
            </a:r>
            <a:r>
              <a:rPr lang="en-US" altLang="ja-JP" sz="1600" dirty="0" smtClean="0">
                <a:latin typeface="メイリオ" panose="020B0604030504040204" pitchFamily="50" charset="-128"/>
                <a:ea typeface="メイリオ" panose="020B0604030504040204" pitchFamily="50" charset="-128"/>
              </a:rPr>
              <a:t/>
            </a:r>
            <a:br>
              <a:rPr lang="en-US" altLang="ja-JP" sz="1600" dirty="0" smtClean="0">
                <a:latin typeface="メイリオ" panose="020B0604030504040204" pitchFamily="50" charset="-128"/>
                <a:ea typeface="メイリオ" panose="020B0604030504040204" pitchFamily="50" charset="-128"/>
              </a:rPr>
            </a:br>
            <a:r>
              <a:rPr lang="ja-JP" altLang="en-US" sz="1600" dirty="0" smtClean="0">
                <a:latin typeface="メイリオ" panose="020B0604030504040204" pitchFamily="50" charset="-128"/>
                <a:ea typeface="メイリオ" panose="020B0604030504040204" pitchFamily="50" charset="-128"/>
              </a:rPr>
              <a:t>開発内容等に変更が発生した場合には再度お見積りさせて頂きます。</a:t>
            </a:r>
            <a:endParaRPr lang="en-US" altLang="ja-JP" sz="1600" dirty="0">
              <a:latin typeface="メイリオ" panose="020B0604030504040204" pitchFamily="50" charset="-128"/>
              <a:ea typeface="メイリオ" panose="020B0604030504040204" pitchFamily="50" charset="-128"/>
            </a:endParaRPr>
          </a:p>
          <a:p>
            <a:pPr marL="285750" indent="-285750">
              <a:lnSpc>
                <a:spcPct val="120000"/>
              </a:lnSpc>
              <a:buFont typeface="Arial" panose="020B0604020202020204" pitchFamily="34" charset="0"/>
              <a:buChar char="•"/>
            </a:pPr>
            <a:r>
              <a:rPr lang="ja-JP" altLang="en-US" sz="1600" dirty="0" smtClean="0">
                <a:latin typeface="メイリオ" panose="020B0604030504040204" pitchFamily="50" charset="-128"/>
                <a:ea typeface="メイリオ" panose="020B0604030504040204" pitchFamily="50" charset="-128"/>
              </a:rPr>
              <a:t>本作業は請負契約</a:t>
            </a:r>
            <a:r>
              <a:rPr lang="ja-JP" altLang="en-US" sz="1600" dirty="0">
                <a:latin typeface="メイリオ" panose="020B0604030504040204" pitchFamily="50" charset="-128"/>
                <a:ea typeface="メイリオ" panose="020B0604030504040204" pitchFamily="50" charset="-128"/>
              </a:rPr>
              <a:t>と</a:t>
            </a:r>
            <a:r>
              <a:rPr lang="ja-JP" altLang="en-US" sz="1600" dirty="0" smtClean="0">
                <a:latin typeface="メイリオ" panose="020B0604030504040204" pitchFamily="50" charset="-128"/>
                <a:ea typeface="メイリオ" panose="020B0604030504040204" pitchFamily="50" charset="-128"/>
              </a:rPr>
              <a:t>致します。</a:t>
            </a:r>
            <a:endParaRPr lang="en-US" altLang="ja-JP" sz="1600" dirty="0" smtClean="0">
              <a:latin typeface="メイリオ" panose="020B0604030504040204" pitchFamily="50" charset="-128"/>
              <a:ea typeface="メイリオ" panose="020B0604030504040204" pitchFamily="50" charset="-128"/>
            </a:endParaRPr>
          </a:p>
          <a:p>
            <a:pPr marL="285750" indent="-285750">
              <a:lnSpc>
                <a:spcPct val="120000"/>
              </a:lnSpc>
              <a:buFont typeface="Arial" panose="020B0604020202020204" pitchFamily="34" charset="0"/>
              <a:buChar char="•"/>
            </a:pPr>
            <a:r>
              <a:rPr lang="ja-JP" altLang="en-US" sz="1600" dirty="0">
                <a:latin typeface="メイリオ" panose="020B0604030504040204" pitchFamily="50" charset="-128"/>
                <a:ea typeface="メイリオ" panose="020B0604030504040204" pitchFamily="50" charset="-128"/>
              </a:rPr>
              <a:t>契約不適合責任については、給付完了日から起算</a:t>
            </a:r>
            <a:r>
              <a:rPr lang="ja-JP" altLang="en-US" sz="1600" dirty="0" smtClean="0">
                <a:latin typeface="メイリオ" panose="020B0604030504040204" pitchFamily="50" charset="-128"/>
                <a:ea typeface="メイリオ" panose="020B0604030504040204" pitchFamily="50" charset="-128"/>
              </a:rPr>
              <a:t>して</a:t>
            </a:r>
            <a:r>
              <a:rPr lang="en-US" altLang="ja-JP" sz="1600" dirty="0" smtClean="0">
                <a:latin typeface="メイリオ" panose="020B0604030504040204" pitchFamily="50" charset="-128"/>
                <a:ea typeface="メイリオ" panose="020B0604030504040204" pitchFamily="50" charset="-128"/>
              </a:rPr>
              <a:t>3</a:t>
            </a:r>
            <a:r>
              <a:rPr lang="ja-JP" altLang="en-US" sz="1600" dirty="0" smtClean="0">
                <a:latin typeface="メイリオ" panose="020B0604030504040204" pitchFamily="50" charset="-128"/>
                <a:ea typeface="メイリオ" panose="020B0604030504040204" pitchFamily="50" charset="-128"/>
              </a:rPr>
              <a:t>ヵ月</a:t>
            </a:r>
            <a:r>
              <a:rPr lang="ja-JP" altLang="en-US" sz="1600" dirty="0">
                <a:latin typeface="メイリオ" panose="020B0604030504040204" pitchFamily="50" charset="-128"/>
                <a:ea typeface="メイリオ" panose="020B0604030504040204" pitchFamily="50" charset="-128"/>
              </a:rPr>
              <a:t>以内とさせていただきます。</a:t>
            </a:r>
          </a:p>
          <a:p>
            <a:pPr marL="285750" indent="-285750">
              <a:lnSpc>
                <a:spcPct val="120000"/>
              </a:lnSpc>
              <a:buFont typeface="Arial" panose="020B0604020202020204" pitchFamily="34" charset="0"/>
              <a:buChar char="•"/>
            </a:pPr>
            <a:r>
              <a:rPr lang="ja-JP" altLang="en-US" sz="1600" dirty="0">
                <a:latin typeface="メイリオ" panose="020B0604030504040204" pitchFamily="50" charset="-128"/>
                <a:ea typeface="メイリオ" panose="020B0604030504040204" pitchFamily="50" charset="-128"/>
              </a:rPr>
              <a:t>損害賠償は、開発費を上限とさせていただきます。</a:t>
            </a:r>
          </a:p>
          <a:p>
            <a:pPr marL="285750" indent="-285750">
              <a:lnSpc>
                <a:spcPct val="120000"/>
              </a:lnSpc>
              <a:buFont typeface="Arial" panose="020B0604020202020204" pitchFamily="34" charset="0"/>
              <a:buChar char="•"/>
            </a:pPr>
            <a:r>
              <a:rPr lang="ja-JP" altLang="en-US" sz="1600" dirty="0" smtClean="0">
                <a:latin typeface="メイリオ" panose="020B0604030504040204" pitchFamily="50" charset="-128"/>
                <a:ea typeface="メイリオ" panose="020B0604030504040204" pitchFamily="50" charset="-128"/>
              </a:rPr>
              <a:t>お支払い</a:t>
            </a:r>
            <a:r>
              <a:rPr lang="ja-JP" altLang="en-US" sz="1600" dirty="0">
                <a:latin typeface="メイリオ" panose="020B0604030504040204" pitchFamily="50" charset="-128"/>
                <a:ea typeface="メイリオ" panose="020B0604030504040204" pitchFamily="50" charset="-128"/>
              </a:rPr>
              <a:t>条件については、検収合格月の月末締め、翌月末一括振り込み</a:t>
            </a:r>
            <a:r>
              <a:rPr lang="ja-JP" altLang="en-US" sz="1600" dirty="0" smtClean="0">
                <a:latin typeface="メイリオ" panose="020B0604030504040204" pitchFamily="50" charset="-128"/>
                <a:ea typeface="メイリオ" panose="020B0604030504040204" pitchFamily="50" charset="-128"/>
              </a:rPr>
              <a:t>と致します。</a:t>
            </a:r>
            <a:endParaRPr lang="ja-JP" altLang="en-US" sz="1600" dirty="0">
              <a:latin typeface="メイリオ" panose="020B0604030504040204" pitchFamily="50" charset="-128"/>
              <a:ea typeface="メイリオ" panose="020B0604030504040204" pitchFamily="50" charset="-128"/>
            </a:endParaRPr>
          </a:p>
          <a:p>
            <a:pPr marL="285750" indent="-285750">
              <a:lnSpc>
                <a:spcPct val="120000"/>
              </a:lnSpc>
              <a:buFont typeface="Arial" panose="020B0604020202020204" pitchFamily="34" charset="0"/>
              <a:buChar char="•"/>
            </a:pPr>
            <a:r>
              <a:rPr lang="ja-JP" altLang="en-US" sz="1600" dirty="0">
                <a:latin typeface="メイリオ" panose="020B0604030504040204" pitchFamily="50" charset="-128"/>
                <a:ea typeface="メイリオ" panose="020B0604030504040204" pitchFamily="50" charset="-128"/>
              </a:rPr>
              <a:t>検査期間は、納入日翌日</a:t>
            </a:r>
            <a:r>
              <a:rPr lang="ja-JP" altLang="en-US" sz="1600" dirty="0" smtClean="0">
                <a:latin typeface="メイリオ" panose="020B0604030504040204" pitchFamily="50" charset="-128"/>
                <a:ea typeface="メイリオ" panose="020B0604030504040204" pitchFamily="50" charset="-128"/>
              </a:rPr>
              <a:t>から</a:t>
            </a:r>
            <a:r>
              <a:rPr lang="en-US" altLang="ja-JP" sz="1600" dirty="0">
                <a:latin typeface="メイリオ" panose="020B0604030504040204" pitchFamily="50" charset="-128"/>
                <a:ea typeface="メイリオ" panose="020B0604030504040204" pitchFamily="50" charset="-128"/>
              </a:rPr>
              <a:t>7</a:t>
            </a:r>
            <a:r>
              <a:rPr lang="ja-JP" altLang="en-US" sz="1600" dirty="0" smtClean="0">
                <a:latin typeface="メイリオ" panose="020B0604030504040204" pitchFamily="50" charset="-128"/>
                <a:ea typeface="メイリオ" panose="020B0604030504040204" pitchFamily="50" charset="-128"/>
              </a:rPr>
              <a:t>日</a:t>
            </a:r>
            <a:r>
              <a:rPr lang="ja-JP" altLang="en-US" sz="1600" dirty="0">
                <a:latin typeface="メイリオ" panose="020B0604030504040204" pitchFamily="50" charset="-128"/>
                <a:ea typeface="メイリオ" panose="020B0604030504040204" pitchFamily="50" charset="-128"/>
              </a:rPr>
              <a:t>以内</a:t>
            </a:r>
            <a:r>
              <a:rPr lang="ja-JP" altLang="en-US" sz="1600" dirty="0" smtClean="0">
                <a:latin typeface="メイリオ" panose="020B0604030504040204" pitchFamily="50" charset="-128"/>
                <a:ea typeface="メイリオ" panose="020B0604030504040204" pitchFamily="50" charset="-128"/>
              </a:rPr>
              <a:t>と致しま</a:t>
            </a:r>
            <a:r>
              <a:rPr lang="ja-JP" altLang="en-US" sz="1600" dirty="0">
                <a:latin typeface="メイリオ" panose="020B0604030504040204" pitchFamily="50" charset="-128"/>
                <a:ea typeface="メイリオ" panose="020B0604030504040204" pitchFamily="50" charset="-128"/>
              </a:rPr>
              <a:t>す</a:t>
            </a:r>
            <a:r>
              <a:rPr lang="ja-JP" altLang="en-US" sz="1600" dirty="0" smtClean="0">
                <a:latin typeface="メイリオ" panose="020B0604030504040204" pitchFamily="50" charset="-128"/>
                <a:ea typeface="メイリオ" panose="020B0604030504040204" pitchFamily="50" charset="-128"/>
              </a:rPr>
              <a:t>。</a:t>
            </a:r>
            <a:endParaRPr lang="ja-JP" altLang="en-US" sz="1600" dirty="0">
              <a:latin typeface="メイリオ" panose="020B0604030504040204" pitchFamily="50" charset="-128"/>
              <a:ea typeface="メイリオ" panose="020B0604030504040204" pitchFamily="50" charset="-128"/>
            </a:endParaRPr>
          </a:p>
          <a:p>
            <a:pPr marL="285750" indent="-285750">
              <a:lnSpc>
                <a:spcPct val="120000"/>
              </a:lnSpc>
              <a:buFont typeface="Arial" panose="020B0604020202020204" pitchFamily="34" charset="0"/>
              <a:buChar char="•"/>
            </a:pPr>
            <a:r>
              <a:rPr lang="ja-JP" altLang="en-US" sz="1600" dirty="0">
                <a:latin typeface="メイリオ" panose="020B0604030504040204" pitchFamily="50" charset="-128"/>
                <a:ea typeface="メイリオ" panose="020B0604030504040204" pitchFamily="50" charset="-128"/>
              </a:rPr>
              <a:t>本開発は、原則弊社からのリモート作業を想定しており、打合せは、原則</a:t>
            </a:r>
            <a:r>
              <a:rPr lang="en-US" altLang="ja-JP" sz="1600" dirty="0">
                <a:latin typeface="メイリオ" panose="020B0604030504040204" pitchFamily="50" charset="-128"/>
                <a:ea typeface="メイリオ" panose="020B0604030504040204" pitchFamily="50" charset="-128"/>
              </a:rPr>
              <a:t>Web</a:t>
            </a:r>
            <a:r>
              <a:rPr lang="ja-JP" altLang="en-US" sz="1600" dirty="0">
                <a:latin typeface="メイリオ" panose="020B0604030504040204" pitchFamily="50" charset="-128"/>
                <a:ea typeface="メイリオ" panose="020B0604030504040204" pitchFamily="50" charset="-128"/>
              </a:rPr>
              <a:t>会議を想定しております。</a:t>
            </a:r>
          </a:p>
          <a:p>
            <a:pPr marL="285750" indent="-285750">
              <a:lnSpc>
                <a:spcPct val="120000"/>
              </a:lnSpc>
              <a:buFont typeface="Arial" panose="020B0604020202020204" pitchFamily="34" charset="0"/>
              <a:buChar char="•"/>
            </a:pPr>
            <a:r>
              <a:rPr lang="ja-JP" altLang="en-US" sz="1600" dirty="0">
                <a:latin typeface="メイリオ" panose="020B0604030504040204" pitchFamily="50" charset="-128"/>
                <a:ea typeface="メイリオ" panose="020B0604030504040204" pitchFamily="50" charset="-128"/>
              </a:rPr>
              <a:t>本開発における納品物は、システム</a:t>
            </a:r>
            <a:r>
              <a:rPr lang="ja-JP" altLang="en-US" sz="1600" dirty="0" smtClean="0">
                <a:latin typeface="メイリオ" panose="020B0604030504040204" pitchFamily="50" charset="-128"/>
                <a:ea typeface="メイリオ" panose="020B0604030504040204" pitchFamily="50" charset="-128"/>
              </a:rPr>
              <a:t>一式、簡易手順書と致します。</a:t>
            </a:r>
            <a:endParaRPr lang="en-US" altLang="ja-JP" sz="1600" dirty="0" smtClean="0">
              <a:latin typeface="メイリオ" panose="020B0604030504040204" pitchFamily="50" charset="-128"/>
              <a:ea typeface="メイリオ" panose="020B0604030504040204" pitchFamily="50" charset="-128"/>
            </a:endParaRPr>
          </a:p>
          <a:p>
            <a:pPr marL="285750" indent="-285750">
              <a:lnSpc>
                <a:spcPct val="120000"/>
              </a:lnSpc>
              <a:buFont typeface="Arial" panose="020B0604020202020204" pitchFamily="34" charset="0"/>
              <a:buChar char="•"/>
            </a:pPr>
            <a:r>
              <a:rPr lang="en-US" altLang="ja-JP" sz="1600" dirty="0" smtClean="0">
                <a:latin typeface="メイリオ" panose="020B0604030504040204" pitchFamily="50" charset="-128"/>
                <a:ea typeface="メイリオ" panose="020B0604030504040204" pitchFamily="50" charset="-128"/>
              </a:rPr>
              <a:t>AWS</a:t>
            </a:r>
            <a:r>
              <a:rPr lang="ja-JP" altLang="en-US" sz="1600" dirty="0" smtClean="0">
                <a:latin typeface="メイリオ" panose="020B0604030504040204" pitchFamily="50" charset="-128"/>
                <a:ea typeface="メイリオ" panose="020B0604030504040204" pitchFamily="50" charset="-128"/>
              </a:rPr>
              <a:t>環境および</a:t>
            </a:r>
            <a:r>
              <a:rPr lang="en-US" altLang="ja-JP" sz="1600" dirty="0">
                <a:latin typeface="メイリオ" panose="020B0604030504040204" pitchFamily="50" charset="-128"/>
                <a:ea typeface="メイリオ" panose="020B0604030504040204" pitchFamily="50" charset="-128"/>
              </a:rPr>
              <a:t>Pleasanter</a:t>
            </a:r>
            <a:r>
              <a:rPr lang="ja-JP" altLang="en-US" sz="1600" dirty="0" smtClean="0">
                <a:latin typeface="メイリオ" panose="020B0604030504040204" pitchFamily="50" charset="-128"/>
                <a:ea typeface="メイリオ" panose="020B0604030504040204" pitchFamily="50" charset="-128"/>
              </a:rPr>
              <a:t>環境は、ご利用中の貴社環境を利用するものとします。</a:t>
            </a:r>
            <a:r>
              <a:rPr lang="en-US" altLang="ja-JP" sz="1600" dirty="0">
                <a:latin typeface="メイリオ" panose="020B0604030504040204" pitchFamily="50" charset="-128"/>
                <a:ea typeface="メイリオ" panose="020B0604030504040204" pitchFamily="50" charset="-128"/>
              </a:rPr>
              <a:t/>
            </a:r>
            <a:br>
              <a:rPr lang="en-US" altLang="ja-JP" sz="1600" dirty="0">
                <a:latin typeface="メイリオ" panose="020B0604030504040204" pitchFamily="50" charset="-128"/>
                <a:ea typeface="メイリオ" panose="020B0604030504040204" pitchFamily="50" charset="-128"/>
              </a:rPr>
            </a:br>
            <a:r>
              <a:rPr lang="ja-JP" altLang="en-US" sz="1600" dirty="0" smtClean="0">
                <a:latin typeface="メイリオ" panose="020B0604030504040204" pitchFamily="50" charset="-128"/>
                <a:ea typeface="メイリオ" panose="020B0604030504040204" pitchFamily="50" charset="-128"/>
              </a:rPr>
              <a:t>新規に構築する場合は、費用を再度お見積りさせて頂きます。</a:t>
            </a:r>
            <a:endParaRPr lang="en-US" altLang="ja-JP" sz="1600" dirty="0" smtClean="0">
              <a:latin typeface="メイリオ" panose="020B0604030504040204" pitchFamily="50" charset="-128"/>
              <a:ea typeface="メイリオ" panose="020B0604030504040204" pitchFamily="50" charset="-128"/>
            </a:endParaRPr>
          </a:p>
          <a:p>
            <a:pPr marL="285750" indent="-285750">
              <a:lnSpc>
                <a:spcPct val="120000"/>
              </a:lnSpc>
              <a:buFont typeface="Arial" panose="020B0604020202020204" pitchFamily="34" charset="0"/>
              <a:buChar char="•"/>
            </a:pPr>
            <a:r>
              <a:rPr lang="ja-JP" altLang="en-US" sz="1600" dirty="0" smtClean="0">
                <a:latin typeface="メイリオ" panose="020B0604030504040204" pitchFamily="50" charset="-128"/>
                <a:ea typeface="メイリオ" panose="020B0604030504040204" pitchFamily="50" charset="-128"/>
              </a:rPr>
              <a:t>納期については別途ご調整とさせて頂きます。作業期間は作業開始より</a:t>
            </a:r>
            <a:r>
              <a:rPr lang="en-US" altLang="ja-JP" sz="1600" dirty="0" smtClean="0">
                <a:latin typeface="メイリオ" panose="020B0604030504040204" pitchFamily="50" charset="-128"/>
                <a:ea typeface="メイリオ" panose="020B0604030504040204" pitchFamily="50" charset="-128"/>
              </a:rPr>
              <a:t>1</a:t>
            </a:r>
            <a:r>
              <a:rPr lang="ja-JP" altLang="en-US" sz="1600" dirty="0" smtClean="0">
                <a:latin typeface="メイリオ" panose="020B0604030504040204" pitchFamily="50" charset="-128"/>
                <a:ea typeface="メイリオ" panose="020B0604030504040204" pitchFamily="50" charset="-128"/>
              </a:rPr>
              <a:t>ヵ月程度を想定しております。</a:t>
            </a:r>
            <a:endParaRPr lang="en-US" altLang="ja-JP" sz="1600" dirty="0" smtClean="0">
              <a:latin typeface="メイリオ" panose="020B0604030504040204" pitchFamily="50" charset="-128"/>
              <a:ea typeface="メイリオ" panose="020B0604030504040204" pitchFamily="50" charset="-128"/>
            </a:endParaRPr>
          </a:p>
          <a:p>
            <a:pPr marL="285750" indent="-285750">
              <a:lnSpc>
                <a:spcPct val="120000"/>
              </a:lnSpc>
              <a:buFont typeface="Arial" panose="020B0604020202020204" pitchFamily="34" charset="0"/>
              <a:buChar char="•"/>
            </a:pPr>
            <a:r>
              <a:rPr lang="ja-JP" altLang="en-US" sz="1600" dirty="0">
                <a:latin typeface="メイリオ" panose="020B0604030504040204" pitchFamily="50" charset="-128"/>
                <a:ea typeface="メイリオ" panose="020B0604030504040204" pitchFamily="50" charset="-128"/>
              </a:rPr>
              <a:t>メール通知機能に必要な環境（メールアカウント等</a:t>
            </a:r>
            <a:r>
              <a:rPr lang="en-US" altLang="ja-JP" sz="1600" dirty="0">
                <a:latin typeface="メイリオ" panose="020B0604030504040204" pitchFamily="50" charset="-128"/>
                <a:ea typeface="メイリオ" panose="020B0604030504040204" pitchFamily="50" charset="-128"/>
              </a:rPr>
              <a:t>)</a:t>
            </a:r>
            <a:r>
              <a:rPr lang="ja-JP" altLang="en-US" sz="1600" dirty="0">
                <a:latin typeface="メイリオ" panose="020B0604030504040204" pitchFamily="50" charset="-128"/>
                <a:ea typeface="メイリオ" panose="020B0604030504040204" pitchFamily="50" charset="-128"/>
              </a:rPr>
              <a:t>は、貴社にてご準備を</a:t>
            </a:r>
            <a:r>
              <a:rPr lang="ja-JP" altLang="en-US" sz="1600" dirty="0" smtClean="0">
                <a:latin typeface="メイリオ" panose="020B0604030504040204" pitchFamily="50" charset="-128"/>
                <a:ea typeface="メイリオ" panose="020B0604030504040204" pitchFamily="50" charset="-128"/>
              </a:rPr>
              <a:t>お願い致します。</a:t>
            </a:r>
            <a:endParaRPr lang="en-US" altLang="ja-JP" sz="1600" dirty="0" smtClean="0">
              <a:latin typeface="メイリオ" panose="020B0604030504040204" pitchFamily="50" charset="-128"/>
              <a:ea typeface="メイリオ" panose="020B0604030504040204" pitchFamily="50" charset="-128"/>
            </a:endParaRPr>
          </a:p>
          <a:p>
            <a:pPr marL="285750" indent="-285750">
              <a:lnSpc>
                <a:spcPct val="120000"/>
              </a:lnSpc>
              <a:buFont typeface="Arial" panose="020B0604020202020204" pitchFamily="34" charset="0"/>
              <a:buChar char="•"/>
            </a:pPr>
            <a:r>
              <a:rPr lang="en-US" altLang="ja-JP" sz="1600" dirty="0" smtClean="0">
                <a:latin typeface="メイリオ" panose="020B0604030504040204" pitchFamily="50" charset="-128"/>
                <a:ea typeface="メイリオ" panose="020B0604030504040204" pitchFamily="50" charset="-128"/>
              </a:rPr>
              <a:t>Web</a:t>
            </a:r>
            <a:r>
              <a:rPr lang="ja-JP" altLang="en-US" sz="1600" dirty="0" smtClean="0">
                <a:latin typeface="メイリオ" panose="020B0604030504040204" pitchFamily="50" charset="-128"/>
                <a:ea typeface="メイリオ" panose="020B0604030504040204" pitchFamily="50" charset="-128"/>
              </a:rPr>
              <a:t>ページのデザイン料は含まれておりません。必要な場合には別途お見積り致します。</a:t>
            </a:r>
            <a:endParaRPr lang="en-US" altLang="ja-JP" sz="1600" dirty="0" smtClean="0">
              <a:latin typeface="メイリオ" panose="020B0604030504040204" pitchFamily="50" charset="-128"/>
              <a:ea typeface="メイリオ" panose="020B0604030504040204" pitchFamily="50" charset="-128"/>
            </a:endParaRPr>
          </a:p>
          <a:p>
            <a:pPr marL="285750" indent="-285750">
              <a:lnSpc>
                <a:spcPct val="120000"/>
              </a:lnSpc>
              <a:buFont typeface="Arial" panose="020B0604020202020204" pitchFamily="34" charset="0"/>
              <a:buChar char="•"/>
            </a:pPr>
            <a:r>
              <a:rPr lang="ja-JP" altLang="en-US" sz="1600" dirty="0" smtClean="0">
                <a:latin typeface="メイリオ" panose="020B0604030504040204" pitchFamily="50" charset="-128"/>
                <a:ea typeface="メイリオ" panose="020B0604030504040204" pitchFamily="50" charset="-128"/>
              </a:rPr>
              <a:t>保守サポートにつきましては、必要に応じて別途お見積り致します。</a:t>
            </a:r>
            <a:endParaRPr lang="ja-JP" altLang="en-US" sz="1600" dirty="0">
              <a:latin typeface="メイリオ" panose="020B0604030504040204" pitchFamily="50" charset="-128"/>
              <a:ea typeface="メイリオ" panose="020B0604030504040204" pitchFamily="50" charset="-128"/>
            </a:endParaRPr>
          </a:p>
          <a:p>
            <a:pPr>
              <a:lnSpc>
                <a:spcPct val="120000"/>
              </a:lnSpc>
            </a:pPr>
            <a:endParaRPr lang="en-US" altLang="ja-JP" sz="1600" dirty="0" smtClean="0">
              <a:latin typeface="メイリオ" panose="020B0604030504040204" pitchFamily="50" charset="-128"/>
              <a:ea typeface="メイリオ" panose="020B0604030504040204" pitchFamily="50" charset="-128"/>
            </a:endParaRPr>
          </a:p>
        </p:txBody>
      </p:sp>
      <p:sp>
        <p:nvSpPr>
          <p:cNvPr id="3" name="タイトル 3"/>
          <p:cNvSpPr txBox="1">
            <a:spLocks/>
          </p:cNvSpPr>
          <p:nvPr/>
        </p:nvSpPr>
        <p:spPr>
          <a:xfrm>
            <a:off x="742771" y="697218"/>
            <a:ext cx="11293475" cy="5302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2800" b="1" dirty="0" smtClean="0">
                <a:solidFill>
                  <a:schemeClr val="tx1">
                    <a:lumMod val="65000"/>
                    <a:lumOff val="35000"/>
                  </a:schemeClr>
                </a:solidFill>
                <a:latin typeface="メイリオ" panose="020B0604030504040204" pitchFamily="50" charset="-128"/>
                <a:ea typeface="メイリオ" panose="020B0604030504040204" pitchFamily="50" charset="-128"/>
              </a:rPr>
              <a:t>お見積り条件</a:t>
            </a:r>
            <a:endParaRPr lang="en-US" altLang="ja-JP" sz="2800" b="1" dirty="0" smtClean="0">
              <a:solidFill>
                <a:schemeClr val="tx1">
                  <a:lumMod val="65000"/>
                  <a:lumOff val="35000"/>
                </a:schemeClr>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07121256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idx="4294967295"/>
          </p:nvPr>
        </p:nvSpPr>
        <p:spPr>
          <a:xfrm>
            <a:off x="693683" y="990665"/>
            <a:ext cx="11293475" cy="530225"/>
          </a:xfrm>
        </p:spPr>
        <p:txBody>
          <a:bodyPr>
            <a:normAutofit/>
          </a:bodyPr>
          <a:lstStyle/>
          <a:p>
            <a:r>
              <a:rPr lang="ja-JP" altLang="en-US" sz="2900" b="1" dirty="0">
                <a:solidFill>
                  <a:schemeClr val="tx2"/>
                </a:solidFill>
                <a:latin typeface="メイリオ" panose="020B0604030504040204" pitchFamily="50" charset="-128"/>
                <a:ea typeface="メイリオ" panose="020B0604030504040204" pitchFamily="50" charset="-128"/>
              </a:rPr>
              <a:t>おわりに</a:t>
            </a:r>
          </a:p>
        </p:txBody>
      </p:sp>
      <p:sp>
        <p:nvSpPr>
          <p:cNvPr id="5" name="正方形/長方形 4"/>
          <p:cNvSpPr/>
          <p:nvPr/>
        </p:nvSpPr>
        <p:spPr>
          <a:xfrm>
            <a:off x="1489677" y="1783641"/>
            <a:ext cx="10406335" cy="19652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nSpc>
                <a:spcPct val="150000"/>
              </a:lnSpc>
              <a:buNone/>
            </a:pPr>
            <a:r>
              <a:rPr lang="ja-JP" altLang="en-US" dirty="0" smtClean="0">
                <a:solidFill>
                  <a:schemeClr val="tx1">
                    <a:lumMod val="75000"/>
                    <a:lumOff val="25000"/>
                  </a:schemeClr>
                </a:solidFill>
                <a:latin typeface="メイリオ" panose="020B0604030504040204" pitchFamily="50" charset="-128"/>
                <a:ea typeface="メイリオ" panose="020B0604030504040204" pitchFamily="50" charset="-128"/>
                <a:cs typeface="源柔ゴシックX Normal" panose="020B0202020203020207" pitchFamily="50" charset="-128"/>
              </a:rPr>
              <a:t>この度は、弊社サービスのご提案の機会を頂きまして誠にありがとうございます。</a:t>
            </a:r>
          </a:p>
          <a:p>
            <a:pPr marL="0" indent="0">
              <a:lnSpc>
                <a:spcPct val="150000"/>
              </a:lnSpc>
              <a:buNone/>
            </a:pPr>
            <a:r>
              <a:rPr lang="ja-JP" altLang="en-US" dirty="0" smtClean="0">
                <a:solidFill>
                  <a:schemeClr val="tx1">
                    <a:lumMod val="75000"/>
                    <a:lumOff val="25000"/>
                  </a:schemeClr>
                </a:solidFill>
                <a:latin typeface="メイリオ" panose="020B0604030504040204" pitchFamily="50" charset="-128"/>
                <a:ea typeface="メイリオ" panose="020B0604030504040204" pitchFamily="50" charset="-128"/>
                <a:cs typeface="源柔ゴシックX Normal" panose="020B0202020203020207" pitchFamily="50" charset="-128"/>
              </a:rPr>
              <a:t>お客様にとって最適なシステム導入のご提案とご支援ができるよう</a:t>
            </a:r>
            <a:endParaRPr lang="en-US" altLang="ja-JP" dirty="0" smtClean="0">
              <a:solidFill>
                <a:schemeClr val="tx1">
                  <a:lumMod val="75000"/>
                  <a:lumOff val="25000"/>
                </a:schemeClr>
              </a:solidFill>
              <a:latin typeface="メイリオ" panose="020B0604030504040204" pitchFamily="50" charset="-128"/>
              <a:ea typeface="メイリオ" panose="020B0604030504040204" pitchFamily="50" charset="-128"/>
              <a:cs typeface="源柔ゴシックX Normal" panose="020B0202020203020207" pitchFamily="50" charset="-128"/>
            </a:endParaRPr>
          </a:p>
          <a:p>
            <a:pPr marL="0" indent="0">
              <a:lnSpc>
                <a:spcPct val="150000"/>
              </a:lnSpc>
              <a:buNone/>
            </a:pPr>
            <a:r>
              <a:rPr lang="ja-JP" altLang="en-US" dirty="0" smtClean="0">
                <a:solidFill>
                  <a:schemeClr val="tx1">
                    <a:lumMod val="75000"/>
                    <a:lumOff val="25000"/>
                  </a:schemeClr>
                </a:solidFill>
                <a:latin typeface="メイリオ" panose="020B0604030504040204" pitchFamily="50" charset="-128"/>
                <a:ea typeface="メイリオ" panose="020B0604030504040204" pitchFamily="50" charset="-128"/>
                <a:cs typeface="源柔ゴシックX Normal" panose="020B0202020203020207" pitchFamily="50" charset="-128"/>
              </a:rPr>
              <a:t>全力で取り組んで参りますので、今後ともよろしくお願い致します。</a:t>
            </a:r>
          </a:p>
        </p:txBody>
      </p:sp>
      <p:sp>
        <p:nvSpPr>
          <p:cNvPr id="7" name="テキスト ボックス 6"/>
          <p:cNvSpPr txBox="1"/>
          <p:nvPr/>
        </p:nvSpPr>
        <p:spPr>
          <a:xfrm>
            <a:off x="7005498" y="4233317"/>
            <a:ext cx="4447778" cy="1384995"/>
          </a:xfrm>
          <a:prstGeom prst="rect">
            <a:avLst/>
          </a:prstGeom>
          <a:noFill/>
        </p:spPr>
        <p:txBody>
          <a:bodyPr wrap="square" rtlCol="0">
            <a:spAutoFit/>
          </a:bodyPr>
          <a:lstStyle/>
          <a:p>
            <a:pPr>
              <a:lnSpc>
                <a:spcPct val="150000"/>
              </a:lnSpc>
            </a:pPr>
            <a:r>
              <a:rPr lang="ja-JP" altLang="en-US" sz="1400" dirty="0">
                <a:latin typeface="メイリオ" panose="020B0604030504040204" pitchFamily="50" charset="-128"/>
                <a:ea typeface="メイリオ" panose="020B0604030504040204" pitchFamily="50" charset="-128"/>
                <a:cs typeface="源柔ゴシックX Normal" panose="020B0202020203020207" pitchFamily="50" charset="-128"/>
              </a:rPr>
              <a:t>株式会社</a:t>
            </a:r>
            <a:r>
              <a:rPr lang="en-US" altLang="ja-JP" sz="1400" dirty="0">
                <a:latin typeface="メイリオ" panose="020B0604030504040204" pitchFamily="50" charset="-128"/>
                <a:ea typeface="メイリオ" panose="020B0604030504040204" pitchFamily="50" charset="-128"/>
                <a:cs typeface="源柔ゴシックX Normal" panose="020B0202020203020207" pitchFamily="50" charset="-128"/>
              </a:rPr>
              <a:t>SMS</a:t>
            </a:r>
            <a:r>
              <a:rPr lang="ja-JP" altLang="en-US" sz="1400" dirty="0">
                <a:latin typeface="メイリオ" panose="020B0604030504040204" pitchFamily="50" charset="-128"/>
                <a:ea typeface="メイリオ" panose="020B0604030504040204" pitchFamily="50" charset="-128"/>
                <a:cs typeface="源柔ゴシックX Normal" panose="020B0202020203020207" pitchFamily="50" charset="-128"/>
              </a:rPr>
              <a:t>データテック</a:t>
            </a:r>
          </a:p>
          <a:p>
            <a:pPr>
              <a:lnSpc>
                <a:spcPct val="150000"/>
              </a:lnSpc>
            </a:pPr>
            <a:r>
              <a:rPr lang="ja-JP" altLang="en-US" sz="1400" dirty="0">
                <a:latin typeface="メイリオ" panose="020B0604030504040204" pitchFamily="50" charset="-128"/>
                <a:ea typeface="メイリオ" panose="020B0604030504040204" pitchFamily="50" charset="-128"/>
                <a:cs typeface="源柔ゴシックX Normal" panose="020B0202020203020207" pitchFamily="50" charset="-128"/>
              </a:rPr>
              <a:t>ソリューションサービス本部</a:t>
            </a:r>
            <a:endParaRPr lang="en-US" altLang="ja-JP" sz="1400" dirty="0">
              <a:latin typeface="メイリオ" panose="020B0604030504040204" pitchFamily="50" charset="-128"/>
              <a:ea typeface="メイリオ" panose="020B0604030504040204" pitchFamily="50" charset="-128"/>
              <a:cs typeface="源柔ゴシックX Normal" panose="020B0202020203020207" pitchFamily="50" charset="-128"/>
            </a:endParaRPr>
          </a:p>
          <a:p>
            <a:pPr>
              <a:lnSpc>
                <a:spcPct val="150000"/>
              </a:lnSpc>
            </a:pPr>
            <a:r>
              <a:rPr lang="ja-JP" altLang="en-US" sz="1400" dirty="0" smtClean="0">
                <a:latin typeface="メイリオ" panose="020B0604030504040204" pitchFamily="50" charset="-128"/>
                <a:ea typeface="メイリオ" panose="020B0604030504040204" pitchFamily="50" charset="-128"/>
                <a:cs typeface="源柔ゴシックX Normal" panose="020B0202020203020207" pitchFamily="50" charset="-128"/>
              </a:rPr>
              <a:t>営業部　細谷　和正</a:t>
            </a:r>
            <a:endParaRPr lang="en-US" altLang="ja-JP" sz="1400" dirty="0" smtClean="0">
              <a:latin typeface="メイリオ" panose="020B0604030504040204" pitchFamily="50" charset="-128"/>
              <a:ea typeface="メイリオ" panose="020B0604030504040204" pitchFamily="50" charset="-128"/>
              <a:cs typeface="源柔ゴシックX Normal" panose="020B0202020203020207" pitchFamily="50" charset="-128"/>
            </a:endParaRPr>
          </a:p>
          <a:p>
            <a:pPr>
              <a:lnSpc>
                <a:spcPct val="150000"/>
              </a:lnSpc>
            </a:pPr>
            <a:r>
              <a:rPr lang="en-US" altLang="ja-JP" sz="1400" dirty="0" smtClean="0">
                <a:latin typeface="メイリオ" panose="020B0604030504040204" pitchFamily="50" charset="-128"/>
                <a:ea typeface="メイリオ" panose="020B0604030504040204" pitchFamily="50" charset="-128"/>
                <a:cs typeface="源柔ゴシックX Normal" panose="020B0202020203020207" pitchFamily="50" charset="-128"/>
              </a:rPr>
              <a:t>TEL</a:t>
            </a:r>
            <a:r>
              <a:rPr lang="ja-JP" altLang="en-US" sz="1400" dirty="0">
                <a:latin typeface="メイリオ" panose="020B0604030504040204" pitchFamily="50" charset="-128"/>
                <a:ea typeface="メイリオ" panose="020B0604030504040204" pitchFamily="50" charset="-128"/>
                <a:cs typeface="源柔ゴシックX Normal" panose="020B0202020203020207" pitchFamily="50" charset="-128"/>
              </a:rPr>
              <a:t>：</a:t>
            </a:r>
            <a:r>
              <a:rPr lang="en-US" altLang="ja-JP" sz="1400" dirty="0">
                <a:latin typeface="メイリオ" panose="020B0604030504040204" pitchFamily="50" charset="-128"/>
                <a:ea typeface="メイリオ" panose="020B0604030504040204" pitchFamily="50" charset="-128"/>
                <a:cs typeface="源柔ゴシックX Normal" panose="020B0202020203020207" pitchFamily="50" charset="-128"/>
              </a:rPr>
              <a:t>03-6222-0831</a:t>
            </a:r>
            <a:r>
              <a:rPr lang="ja-JP" altLang="en-US" sz="1400" dirty="0">
                <a:latin typeface="メイリオ" panose="020B0604030504040204" pitchFamily="50" charset="-128"/>
                <a:ea typeface="メイリオ" panose="020B0604030504040204" pitchFamily="50" charset="-128"/>
                <a:cs typeface="源柔ゴシックX Normal" panose="020B0202020203020207" pitchFamily="50" charset="-128"/>
              </a:rPr>
              <a:t>　</a:t>
            </a:r>
            <a:r>
              <a:rPr lang="en-US" altLang="ja-JP" sz="1400" dirty="0">
                <a:latin typeface="メイリオ" panose="020B0604030504040204" pitchFamily="50" charset="-128"/>
                <a:ea typeface="メイリオ" panose="020B0604030504040204" pitchFamily="50" charset="-128"/>
                <a:cs typeface="源柔ゴシックX Normal" panose="020B0202020203020207" pitchFamily="50" charset="-128"/>
              </a:rPr>
              <a:t>FAX</a:t>
            </a:r>
            <a:r>
              <a:rPr lang="ja-JP" altLang="en-US" sz="1400" dirty="0">
                <a:latin typeface="メイリオ" panose="020B0604030504040204" pitchFamily="50" charset="-128"/>
                <a:ea typeface="メイリオ" panose="020B0604030504040204" pitchFamily="50" charset="-128"/>
                <a:cs typeface="源柔ゴシックX Normal" panose="020B0202020203020207" pitchFamily="50" charset="-128"/>
              </a:rPr>
              <a:t>：</a:t>
            </a:r>
            <a:r>
              <a:rPr lang="en-US" altLang="ja-JP" sz="1400" dirty="0">
                <a:latin typeface="メイリオ" panose="020B0604030504040204" pitchFamily="50" charset="-128"/>
                <a:ea typeface="メイリオ" panose="020B0604030504040204" pitchFamily="50" charset="-128"/>
                <a:cs typeface="源柔ゴシックX Normal" panose="020B0202020203020207" pitchFamily="50" charset="-128"/>
              </a:rPr>
              <a:t>03-6222-0835</a:t>
            </a:r>
            <a:endParaRPr lang="ja-JP" altLang="en-US" sz="1400" dirty="0">
              <a:latin typeface="メイリオ" panose="020B0604030504040204" pitchFamily="50" charset="-128"/>
              <a:ea typeface="メイリオ" panose="020B0604030504040204" pitchFamily="50" charset="-128"/>
              <a:cs typeface="源柔ゴシックX Normal" panose="020B0202020203020207" pitchFamily="50" charset="-128"/>
            </a:endParaRPr>
          </a:p>
        </p:txBody>
      </p:sp>
      <p:cxnSp>
        <p:nvCxnSpPr>
          <p:cNvPr id="8" name="直線コネクタ 7"/>
          <p:cNvCxnSpPr/>
          <p:nvPr/>
        </p:nvCxnSpPr>
        <p:spPr>
          <a:xfrm>
            <a:off x="1145059" y="3859733"/>
            <a:ext cx="9679460" cy="0"/>
          </a:xfrm>
          <a:prstGeom prst="line">
            <a:avLst/>
          </a:prstGeom>
          <a:ln w="28575">
            <a:solidFill>
              <a:schemeClr val="tx1">
                <a:lumMod val="65000"/>
                <a:lumOff val="35000"/>
              </a:schemeClr>
            </a:solidFill>
            <a:prstDash val="sysDot"/>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11182544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MSデータテック_ロゴ"/>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1291" y="4128925"/>
            <a:ext cx="5206427" cy="712460"/>
          </a:xfrm>
          <a:prstGeom prst="rect">
            <a:avLst/>
          </a:prstGeom>
          <a:noFill/>
          <a:extLst>
            <a:ext uri="{909E8E84-426E-40DD-AFC4-6F175D3DCCD1}">
              <a14:hiddenFill xmlns:a14="http://schemas.microsoft.com/office/drawing/2010/main">
                <a:solidFill>
                  <a:srgbClr val="FFFFFF"/>
                </a:solidFill>
              </a14:hiddenFill>
            </a:ext>
          </a:extLst>
        </p:spPr>
      </p:pic>
      <p:cxnSp>
        <p:nvCxnSpPr>
          <p:cNvPr id="7" name="直線コネクタ 6"/>
          <p:cNvCxnSpPr/>
          <p:nvPr/>
        </p:nvCxnSpPr>
        <p:spPr>
          <a:xfrm>
            <a:off x="679459" y="5011151"/>
            <a:ext cx="6020398" cy="1194"/>
          </a:xfrm>
          <a:prstGeom prst="line">
            <a:avLst/>
          </a:prstGeom>
          <a:ln w="28575">
            <a:solidFill>
              <a:schemeClr val="tx1">
                <a:lumMod val="65000"/>
                <a:lumOff val="35000"/>
              </a:schemeClr>
            </a:solidFill>
            <a:prstDash val="sysDot"/>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4854343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24972</TotalTime>
  <Words>1421</Words>
  <Application>Microsoft Office PowerPoint</Application>
  <PresentationFormat>ワイド画面</PresentationFormat>
  <Paragraphs>264</Paragraphs>
  <Slides>22</Slides>
  <Notes>0</Notes>
  <HiddenSlides>0</HiddenSlides>
  <MMClips>0</MMClips>
  <ScaleCrop>false</ScaleCrop>
  <HeadingPairs>
    <vt:vector size="6" baseType="variant">
      <vt:variant>
        <vt:lpstr>使用されているフォント</vt:lpstr>
      </vt:variant>
      <vt:variant>
        <vt:i4>12</vt:i4>
      </vt:variant>
      <vt:variant>
        <vt:lpstr>テーマ</vt:lpstr>
      </vt:variant>
      <vt:variant>
        <vt:i4>1</vt:i4>
      </vt:variant>
      <vt:variant>
        <vt:lpstr>スライド タイトル</vt:lpstr>
      </vt:variant>
      <vt:variant>
        <vt:i4>22</vt:i4>
      </vt:variant>
    </vt:vector>
  </HeadingPairs>
  <TitlesOfParts>
    <vt:vector size="35" baseType="lpstr">
      <vt:lpstr>HGP創英角ｺﾞｼｯｸUB</vt:lpstr>
      <vt:lpstr>IBM Plex Sans</vt:lpstr>
      <vt:lpstr>Meiryo UI</vt:lpstr>
      <vt:lpstr>ＭＳ Ｐゴシック</vt:lpstr>
      <vt:lpstr>Meiryo</vt:lpstr>
      <vt:lpstr>Meiryo</vt:lpstr>
      <vt:lpstr>源柔ゴシックX Normal</vt:lpstr>
      <vt:lpstr>游ゴシック</vt:lpstr>
      <vt:lpstr>游ゴシック Light</vt:lpstr>
      <vt:lpstr>Arial</vt:lpstr>
      <vt:lpstr>Calibri</vt:lpstr>
      <vt:lpstr>Calibri Light</vt:lpstr>
      <vt:lpstr>Office Theme</vt:lpstr>
      <vt:lpstr>PowerPoint プレゼンテーション</vt:lpstr>
      <vt:lpstr>会社概要</vt:lpstr>
      <vt:lpstr>PowerPoint プレゼンテーション</vt:lpstr>
      <vt:lpstr>PowerPoint プレゼンテーション</vt:lpstr>
      <vt:lpstr>PowerPoint プレゼンテーション</vt:lpstr>
      <vt:lpstr>主なパートナー認定とサービス</vt:lpstr>
      <vt:lpstr>PowerPoint プレゼンテーション</vt:lpstr>
      <vt:lpstr>PowerPoint プレゼンテーション</vt:lpstr>
      <vt:lpstr>光熱費管理システム開発の ご提案</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お見積り</vt:lpstr>
      <vt:lpstr>PowerPoint プレゼンテーション</vt:lpstr>
      <vt:lpstr>PowerPoint プレゼンテーション</vt:lpstr>
      <vt:lpstr>PowerPoint プレゼンテーション</vt:lpstr>
      <vt:lpstr>おわりに</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SRE</dc:title>
  <dc:creator>u634293</dc:creator>
  <cp:lastModifiedBy>Kazumasa Hosoya</cp:lastModifiedBy>
  <cp:revision>1215</cp:revision>
  <cp:lastPrinted>2019-10-05T04:40:46Z</cp:lastPrinted>
  <dcterms:created xsi:type="dcterms:W3CDTF">2019-02-28T06:55:35Z</dcterms:created>
  <dcterms:modified xsi:type="dcterms:W3CDTF">2025-07-03T07:26:34Z</dcterms:modified>
</cp:coreProperties>
</file>